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slideMasters/slideMaster17.xml" ContentType="application/vnd.openxmlformats-officedocument.presentationml.slideMaster+xml"/>
  <Override PartName="/ppt/slideMasters/slideMaster2.xml" ContentType="application/vnd.openxmlformats-officedocument.presentationml.slideMaster+xml"/>
  <Override PartName="/ppt/slideMasters/slideMaster19.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5.xml" ContentType="application/vnd.openxmlformats-officedocument.theme+xml"/>
  <Override PartName="/ppt/theme/theme4.xml" ContentType="application/vnd.openxmlformats-officedocument.theme+xml"/>
  <Override PartName="/ppt/theme/theme20.xml" ContentType="application/vnd.openxmlformats-officedocument.theme+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9.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7.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3.xml" ContentType="application/vnd.openxmlformats-officedocument.presentationml.slideLayout+xml"/>
  <Override PartName="/ppt/slideLayouts/slideLayout20.xml" ContentType="application/vnd.openxmlformats-officedocument.presentationml.slideLayout+xml"/>
  <Override PartName="/ppt/slideLayouts/slideLayout5.xml" ContentType="application/vnd.openxmlformats-officedocument.presentationml.slideLayout+xml"/>
  <Override PartName="/ppt/slideLayouts/slideLayout1.xml" ContentType="application/vnd.openxmlformats-officedocument.presentationml.slideLayout+xml"/>
  <Override PartName="/ppt/slideLayouts/slideLayout16.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67" r:id="rId5"/>
    <p:sldMasterId id="2147483670"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17.xml"/><Relationship Id="rId6" Type="http://schemas.openxmlformats.org/officeDocument/2006/relationships/slideMaster" Target="slideMasters/slideMaster19.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0.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r" defTabSz="457200">
              <a:tabLst>
                <a:tab pos="0" algn="l"/>
              </a:tabLst>
            </a:pPr>
            <a:r>
              <a:rPr lang="nl-NL" sz="5400" b="0" u="none" strike="noStrike">
                <a:solidFill>
                  <a:schemeClr val="accent1"/>
                </a:solidFill>
                <a:effectLst/>
                <a:uFillTx/>
                <a:latin typeface="Trebuchet MS"/>
              </a:rPr>
              <a:t>Click to move the slide</a:t>
            </a:r>
            <a:endParaRPr lang="nl-NL" sz="5400" b="0" u="none" strike="noStrike">
              <a:solidFill>
                <a:schemeClr val="accent1"/>
              </a:solidFill>
              <a:effectLst/>
              <a:uFillTx/>
              <a:latin typeface="Trebuchet MS"/>
            </a:endParaRPr>
          </a:p>
        </p:txBody>
      </p:sp>
      <p:sp>
        <p:nvSpPr>
          <p:cNvPr id="348"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349"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350" name="PlaceHolder 4"/>
          <p:cNvSpPr>
            <a:spLocks noGrp="1"/>
          </p:cNvSpPr>
          <p:nvPr>
            <p:ph type="dt" idx="58"/>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351" name="PlaceHolder 5"/>
          <p:cNvSpPr>
            <a:spLocks noGrp="1"/>
          </p:cNvSpPr>
          <p:nvPr>
            <p:ph type="ftr" idx="59"/>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352" name="PlaceHolder 6"/>
          <p:cNvSpPr>
            <a:spLocks noGrp="1"/>
          </p:cNvSpPr>
          <p:nvPr>
            <p:ph type="sldNum" idx="60"/>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A031FD13-358D-4D3A-818C-92C75856493C}"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PlaceHolder 1"/>
          <p:cNvSpPr>
            <a:spLocks noGrp="1"/>
          </p:cNvSpPr>
          <p:nvPr>
            <p:ph type="sldImg"/>
          </p:nvPr>
        </p:nvSpPr>
        <p:spPr>
          <a:xfrm>
            <a:off x="685800" y="1143000"/>
            <a:ext cx="5485680" cy="3085560"/>
          </a:xfrm>
          <a:prstGeom prst="rect">
            <a:avLst/>
          </a:prstGeom>
          <a:ln w="0">
            <a:noFill/>
          </a:ln>
        </p:spPr>
      </p:sp>
      <p:sp>
        <p:nvSpPr>
          <p:cNvPr id="41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Goede middag, mijn naam is Caradoc Roetynck. Binnen ILVO is er een groot project genoemd EMAV. Het Emissie Model Ammoniak Vlaanderen. Hierin worden via input en reken parameters emissies van landbouw berekend.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Maar er is een probleem. De onderzoekers die de modellen op punt stellen en de developers spreken fundamenteel een Andere taal. Mijn bachelorproef focust op die kloof te verkleinen.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p:txBody>
      </p:sp>
      <p:sp>
        <p:nvSpPr>
          <p:cNvPr id="417" name="PlaceHolder 3"/>
          <p:cNvSpPr>
            <a:spLocks noGrp="1"/>
          </p:cNvSpPr>
          <p:nvPr>
            <p:ph type="sldNum" idx="61"/>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nl-BE" sz="1200" b="0" u="none" strike="noStrike">
                <a:solidFill>
                  <a:srgbClr val="000000"/>
                </a:solidFill>
                <a:effectLst/>
                <a:uFillTx/>
                <a:latin typeface="Times New Roman"/>
              </a:defRPr>
            </a:lvl1pPr>
          </a:lstStyle>
          <a:p>
            <a:pPr indent="0" algn="r">
              <a:lnSpc>
                <a:spcPct val="100000"/>
              </a:lnSpc>
              <a:buNone/>
              <a:tabLst>
                <a:tab pos="0" algn="l"/>
              </a:tabLst>
            </a:pPr>
            <a:fld id="{DDA57A40-39EC-45C9-A82F-E08A2E602D7F}" type="slidenum">
              <a:rPr lang="nl-B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8" name="PlaceHolder 1"/>
          <p:cNvSpPr>
            <a:spLocks noGrp="1"/>
          </p:cNvSpPr>
          <p:nvPr>
            <p:ph type="sldImg"/>
          </p:nvPr>
        </p:nvSpPr>
        <p:spPr>
          <a:xfrm>
            <a:off x="1440" y="0"/>
            <a:ext cx="360" cy="720"/>
          </a:xfrm>
          <a:prstGeom prst="rect">
            <a:avLst/>
          </a:prstGeom>
          <a:ln w="0">
            <a:noFill/>
          </a:ln>
        </p:spPr>
      </p:sp>
      <p:sp>
        <p:nvSpPr>
          <p:cNvPr id="419"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Excel te groot =&gt; WF</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WF te complex door externe klanten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Besloten om naar webapp te migreren</a:t>
            </a:r>
            <a:endParaRPr lang="en-US" sz="2000" b="0" u="none" strike="noStrike">
              <a:solidFill>
                <a:srgbClr val="000000"/>
              </a:solidFill>
              <a:effectLst/>
              <a:uFillTx/>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sldImg"/>
          </p:nvPr>
        </p:nvSpPr>
        <p:spPr>
          <a:xfrm>
            <a:off x="685800" y="1143000"/>
            <a:ext cx="5485680" cy="3085560"/>
          </a:xfrm>
          <a:prstGeom prst="rect">
            <a:avLst/>
          </a:prstGeom>
          <a:ln w="0">
            <a:noFill/>
          </a:ln>
        </p:spPr>
      </p:sp>
      <p:sp>
        <p:nvSpPr>
          <p:cNvPr id="42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In de huidige situatie worden de formules over een spreekwoordelijke muur gegooit. Onderzoekers leveren de documentatie aan maar die gebeurt niet, de developers zetten die om naar C# code.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Wilt een onderzoeker een Kleine verandering aanpassen, moeten ze toch enige tijd wachten op een IT-ticket.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Dit process kan traag zijn, foutgevoelig en kan zorgen voor ‘documentation drift’. Waarbij de documentatie niet klopt met wat de code doet.</a:t>
            </a:r>
            <a:endParaRPr lang="en-US" sz="2000" b="0" u="none" strike="noStrike">
              <a:solidFill>
                <a:srgbClr val="000000"/>
              </a:solidFill>
              <a:effectLst/>
              <a:uFillTx/>
              <a:latin typeface="Arial"/>
            </a:endParaRPr>
          </a:p>
        </p:txBody>
      </p:sp>
      <p:sp>
        <p:nvSpPr>
          <p:cNvPr id="422" name="PlaceHolder 3"/>
          <p:cNvSpPr>
            <a:spLocks noGrp="1"/>
          </p:cNvSpPr>
          <p:nvPr>
            <p:ph type="sldNum" idx="6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nl-BE" sz="1200" b="0" u="none" strike="noStrike">
                <a:solidFill>
                  <a:srgbClr val="000000"/>
                </a:solidFill>
                <a:effectLst/>
                <a:uFillTx/>
                <a:latin typeface="Times New Roman"/>
              </a:defRPr>
            </a:lvl1pPr>
          </a:lstStyle>
          <a:p>
            <a:pPr indent="0" algn="r">
              <a:lnSpc>
                <a:spcPct val="100000"/>
              </a:lnSpc>
              <a:buNone/>
              <a:tabLst>
                <a:tab pos="0" algn="l"/>
              </a:tabLst>
            </a:pPr>
            <a:fld id="{70F3C793-8CFE-4FC1-ABAE-C42A2B311283}" type="slidenum">
              <a:rPr lang="nl-B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sldImg"/>
          </p:nvPr>
        </p:nvSpPr>
        <p:spPr>
          <a:xfrm>
            <a:off x="685800" y="1143000"/>
            <a:ext cx="5485680" cy="3085560"/>
          </a:xfrm>
          <a:prstGeom prst="rect">
            <a:avLst/>
          </a:prstGeom>
          <a:ln w="0">
            <a:noFill/>
          </a:ln>
        </p:spPr>
      </p:sp>
      <p:sp>
        <p:nvSpPr>
          <p:cNvPr id="42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425" name="PlaceHolder 3"/>
          <p:cNvSpPr>
            <a:spLocks noGrp="1"/>
          </p:cNvSpPr>
          <p:nvPr>
            <p:ph type="sldNum" idx="6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nl-BE" sz="1200" b="0" u="none" strike="noStrike">
                <a:solidFill>
                  <a:srgbClr val="000000"/>
                </a:solidFill>
                <a:effectLst/>
                <a:uFillTx/>
                <a:latin typeface="Times New Roman"/>
              </a:defRPr>
            </a:lvl1pPr>
          </a:lstStyle>
          <a:p>
            <a:pPr indent="0" algn="r">
              <a:lnSpc>
                <a:spcPct val="100000"/>
              </a:lnSpc>
              <a:buNone/>
              <a:tabLst>
                <a:tab pos="0" algn="l"/>
              </a:tabLst>
            </a:pPr>
            <a:fld id="{807A322D-FBCB-455C-8137-2379F56F8D87}" type="slidenum">
              <a:rPr lang="nl-B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sldImg"/>
          </p:nvPr>
        </p:nvSpPr>
        <p:spPr>
          <a:xfrm>
            <a:off x="380880" y="694800"/>
            <a:ext cx="6095520" cy="3428640"/>
          </a:xfrm>
          <a:prstGeom prst="rect">
            <a:avLst/>
          </a:prstGeom>
          <a:ln w="0">
            <a:noFill/>
          </a:ln>
        </p:spPr>
      </p:sp>
      <p:sp>
        <p:nvSpPr>
          <p:cNvPr id="427"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It’ers weten het niet + geen prior (geen tijd)</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Onderzoekers oorspronkelijk verantwoordelijk voor hun documentatie</a:t>
            </a:r>
            <a:endParaRPr lang="en-US" sz="2000" b="0" u="none" strike="noStrike">
              <a:solidFill>
                <a:srgbClr val="000000"/>
              </a:solidFill>
              <a:effectLst/>
              <a:uFillTx/>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685800" y="1143000"/>
            <a:ext cx="5485680" cy="3085560"/>
          </a:xfrm>
          <a:prstGeom prst="rect">
            <a:avLst/>
          </a:prstGeom>
          <a:ln w="0">
            <a:noFill/>
          </a:ln>
        </p:spPr>
      </p:sp>
      <p:sp>
        <p:nvSpPr>
          <p:cNvPr id="4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De kloof tussen it en wetenschap is geen onoverkomenlijk problem.</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Maar de kloof kan Dichter gebracht worden via architectuur en tooling</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Door pythonnet docker en jupyter samen te integreren geven we controle aan de mensen die de modellen beter begrijpen dan de developers.</a:t>
            </a:r>
            <a:endParaRPr lang="en-US" sz="2000" b="0" u="none" strike="noStrike">
              <a:solidFill>
                <a:srgbClr val="000000"/>
              </a:solidFill>
              <a:effectLst/>
              <a:uFillTx/>
              <a:latin typeface="Arial"/>
            </a:endParaRPr>
          </a:p>
        </p:txBody>
      </p:sp>
      <p:sp>
        <p:nvSpPr>
          <p:cNvPr id="430" name="PlaceHolder 3"/>
          <p:cNvSpPr>
            <a:spLocks noGrp="1"/>
          </p:cNvSpPr>
          <p:nvPr>
            <p:ph type="sldNum" idx="6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nl-BE" sz="1200" b="0" u="none" strike="noStrike">
                <a:solidFill>
                  <a:srgbClr val="000000"/>
                </a:solidFill>
                <a:effectLst/>
                <a:uFillTx/>
                <a:latin typeface="Times New Roman"/>
              </a:defRPr>
            </a:lvl1pPr>
          </a:lstStyle>
          <a:p>
            <a:pPr indent="0" algn="r">
              <a:lnSpc>
                <a:spcPct val="100000"/>
              </a:lnSpc>
              <a:buNone/>
              <a:tabLst>
                <a:tab pos="0" algn="l"/>
              </a:tabLst>
            </a:pPr>
            <a:fld id="{113AC5C9-B426-4395-A76A-FD291E467772}" type="slidenum">
              <a:rPr lang="nl-B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9.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eldia">
    <p:spTree>
      <p:nvGrpSpPr>
        <p:cNvPr id="1" name=""/>
        <p:cNvGrpSpPr/>
        <p:nvPr/>
      </p:nvGrpSpPr>
      <p:grpSpPr>
        <a:xfrm>
          <a:off x="0" y="0"/>
          <a:ext cx="0" cy="0"/>
          <a:chOff x="0" y="0"/>
          <a:chExt cx="0" cy="0"/>
        </a:xfrm>
      </p:grpSpPr>
      <p:sp>
        <p:nvSpPr>
          <p:cNvPr id="29" name="PlaceHolder 1"/>
          <p:cNvSpPr>
            <a:spLocks noGrp="1"/>
          </p:cNvSpPr>
          <p:nvPr>
            <p:ph type="title"/>
          </p:nvPr>
        </p:nvSpPr>
        <p:spPr>
          <a:xfrm>
            <a:off x="677160" y="995040"/>
            <a:ext cx="8596080" cy="549000"/>
          </a:xfrm>
          <a:prstGeom prst="rect">
            <a:avLst/>
          </a:prstGeom>
          <a:noFill/>
          <a:ln w="0">
            <a:noFill/>
          </a:ln>
        </p:spPr>
        <p:txBody>
          <a:bodyPr lIns="0" tIns="0" rIns="0" bIns="0" anchor="ctr">
            <a:spAutoFit/>
          </a:bodyPr>
          <a:p>
            <a:pPr indent="0" algn="l" defTabSz="457200">
              <a:buNone/>
              <a:tabLst>
                <a:tab pos="0" algn="l"/>
              </a:tabLst>
            </a:pPr>
            <a:endParaRPr lang="nl-NL" sz="3600" b="0" u="none" strike="noStrike">
              <a:solidFill>
                <a:schemeClr val="accent1"/>
              </a:solidFill>
              <a:effectLst/>
              <a:uFillTx/>
              <a:latin typeface="Trebuchet MS"/>
            </a:endParaRPr>
          </a:p>
        </p:txBody>
      </p:sp>
      <p:sp>
        <p:nvSpPr>
          <p:cNvPr id="30"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defTabSz="457200">
              <a:spcBef>
                <a:spcPts val="1001"/>
              </a:spcBef>
              <a:buNone/>
            </a:pPr>
            <a:endParaRPr lang="nl-NL" sz="1800" b="0" u="none" strike="noStrike">
              <a:solidFill>
                <a:schemeClr val="dk1">
                  <a:lumMod val="75000"/>
                  <a:lumOff val="25000"/>
                </a:schemeClr>
              </a:solidFill>
              <a:effectLst/>
              <a:uFillTx/>
              <a:latin typeface="Trebuchet MS"/>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2809484E-6025-4AAE-B1A2-A104F2DE0F84}"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58" name="PlaceHolder 1"/>
          <p:cNvSpPr>
            <a:spLocks noGrp="1"/>
          </p:cNvSpPr>
          <p:nvPr>
            <p:ph type="title"/>
          </p:nvPr>
        </p:nvSpPr>
        <p:spPr>
          <a:xfrm>
            <a:off x="677160" y="995040"/>
            <a:ext cx="8596080" cy="549000"/>
          </a:xfrm>
          <a:prstGeom prst="rect">
            <a:avLst/>
          </a:prstGeom>
          <a:noFill/>
          <a:ln w="0">
            <a:noFill/>
          </a:ln>
        </p:spPr>
        <p:txBody>
          <a:bodyPr lIns="0" tIns="0" rIns="0" bIns="0" anchor="ctr">
            <a:spAutoFit/>
          </a:bodyPr>
          <a:p>
            <a:pPr indent="0" algn="l" defTabSz="457200">
              <a:buNone/>
              <a:tabLst>
                <a:tab pos="0" algn="l"/>
              </a:tabLst>
            </a:pPr>
            <a:endParaRPr lang="nl-NL" sz="3600" b="0" u="none" strike="noStrike">
              <a:solidFill>
                <a:schemeClr val="accent1"/>
              </a:solidFill>
              <a:effectLst/>
              <a:uFillTx/>
              <a:latin typeface="Trebuchet MS"/>
            </a:endParaRPr>
          </a:p>
        </p:txBody>
      </p:sp>
      <p:sp>
        <p:nvSpPr>
          <p:cNvPr id="59" name="PlaceHolder 2"/>
          <p:cNvSpPr>
            <a:spLocks noGrp="1"/>
          </p:cNvSpPr>
          <p:nvPr>
            <p:ph type="subTitle"/>
          </p:nvPr>
        </p:nvSpPr>
        <p:spPr>
          <a:xfrm>
            <a:off x="677160" y="2160720"/>
            <a:ext cx="8596080" cy="38800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67E296D2-E72F-41EC-8F5B-968E961900E5}"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Inhoud van twee">
    <p:bg>
      <p:bgPr>
        <a:solidFill>
          <a:srgbClr val="FFFFFF"/>
        </a:solidFill>
      </p:bgPr>
    </p:bg>
    <p:spTree>
      <p:nvGrpSpPr>
        <p:cNvPr id="1" name=""/>
        <p:cNvGrpSpPr/>
        <p:nvPr/>
      </p:nvGrpSpPr>
      <p:grpSpPr>
        <a:xfrm>
          <a:off x="0" y="0"/>
          <a:ext cx="0" cy="0"/>
          <a:chOff x="0" y="0"/>
          <a:chExt cx="0" cy="0"/>
        </a:xfrm>
      </p:grpSpPr>
      <p:grpSp>
        <p:nvGrpSpPr>
          <p:cNvPr id="60" name="Group 6"/>
          <p:cNvGrpSpPr/>
          <p:nvPr/>
        </p:nvGrpSpPr>
        <p:grpSpPr>
          <a:xfrm>
            <a:off x="0" y="-8640"/>
            <a:ext cx="12191400" cy="6867000"/>
            <a:chOff x="0" y="-8640"/>
            <a:chExt cx="12191400" cy="6867000"/>
          </a:xfrm>
        </p:grpSpPr>
        <p:cxnSp>
          <p:nvCxnSpPr>
            <p:cNvPr id="61" name="Straight Connector 19"/>
            <p:cNvCxnSpPr/>
            <p:nvPr/>
          </p:nvCxnSpPr>
          <p:spPr>
            <a:xfrm>
              <a:off x="9370800" y="0"/>
              <a:ext cx="1220040" cy="6858720"/>
            </a:xfrm>
            <a:prstGeom prst="straightConnector1">
              <a:avLst/>
            </a:prstGeom>
            <a:ln cap="rnd" w="9525">
              <a:solidFill>
                <a:srgbClr val="BFBFBF"/>
              </a:solidFill>
              <a:round/>
            </a:ln>
          </p:spPr>
        </p:cxnSp>
        <p:cxnSp>
          <p:nvCxnSpPr>
            <p:cNvPr id="62"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63"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64"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65"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66"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67"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68"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69"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70"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71"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nl-NL" sz="3600" b="0" u="none" strike="noStrike">
                <a:solidFill>
                  <a:schemeClr val="accent1"/>
                </a:solidFill>
                <a:effectLst/>
                <a:uFillTx/>
                <a:latin typeface="Trebuchet MS"/>
              </a:defRPr>
            </a:lvl1pPr>
          </a:lstStyle>
          <a:p>
            <a:pPr indent="0" algn="l" defTabSz="457200">
              <a:lnSpc>
                <a:spcPct val="100000"/>
              </a:lnSpc>
              <a:buNone/>
              <a:tabLst>
                <a:tab pos="0" algn="l"/>
              </a:tabLst>
            </a:pPr>
            <a:r>
              <a:rPr lang="nl-NL" sz="3600" b="0" u="none" strike="noStrike">
                <a:solidFill>
                  <a:schemeClr val="accent1"/>
                </a:solidFill>
                <a:effectLst/>
                <a:uFillTx/>
                <a:latin typeface="Trebuchet MS"/>
              </a:rPr>
              <a:t>Klik om stijl te bewerken</a:t>
            </a:r>
            <a:endParaRPr lang="nl-NL" sz="3600" b="0" u="none" strike="noStrike">
              <a:solidFill>
                <a:schemeClr val="accent1"/>
              </a:solidFill>
              <a:effectLst/>
              <a:uFillTx/>
              <a:latin typeface="Trebuchet MS"/>
            </a:endParaRPr>
          </a:p>
        </p:txBody>
      </p:sp>
      <p:sp>
        <p:nvSpPr>
          <p:cNvPr id="72" name="PlaceHolder 2"/>
          <p:cNvSpPr>
            <a:spLocks noGrp="1"/>
          </p:cNvSpPr>
          <p:nvPr>
            <p:ph type="body"/>
          </p:nvPr>
        </p:nvSpPr>
        <p:spPr>
          <a:xfrm>
            <a:off x="677160" y="2160720"/>
            <a:ext cx="4183200" cy="3880080"/>
          </a:xfrm>
          <a:prstGeom prst="rect">
            <a:avLst/>
          </a:prstGeom>
          <a:noFill/>
          <a:ln w="0">
            <a:noFill/>
          </a:ln>
        </p:spPr>
        <p:txBody>
          <a:bodyPr lIns="91440" tIns="45720" rIns="91440" bIns="45720" anchor="t">
            <a:noAutofit/>
          </a:bodyPr>
          <a:lstStyle>
            <a:lvl1pPr algn="l" defTabSz="457200">
              <a:lnSpc>
                <a:spcPct val="100000"/>
              </a:lnSpc>
              <a:spcBef>
                <a:spcPts val="1001"/>
              </a:spcBef>
              <a:buClr>
                <a:srgbClr val="90C226"/>
              </a:buClr>
              <a:buSzPct val="80000"/>
              <a:buFont typeface="Wingdings 3" charset="2"/>
              <a:buChar char=""/>
              <a:defRPr lang="nl-NL"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nl-NL"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nl-NL"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nl-NL" sz="1600" b="0" u="none" strike="noStrike">
                <a:solidFill>
                  <a:schemeClr val="dk1">
                    <a:lumMod val="75000"/>
                    <a:lumOff val="25000"/>
                  </a:schemeClr>
                </a:solidFill>
                <a:effectLst/>
                <a:uFillTx/>
                <a:latin typeface="Trebuchet MS"/>
              </a:rPr>
              <a:t>Tweede niveau</a:t>
            </a:r>
            <a:endParaRPr lang="nl-NL" sz="1600" b="0" u="none" strike="noStrike">
              <a:solidFill>
                <a:schemeClr val="dk1">
                  <a:lumMod val="75000"/>
                  <a:lumOff val="25000"/>
                </a:schemeClr>
              </a:solidFill>
              <a:effectLst/>
              <a:uFillTx/>
              <a:latin typeface="Trebuchet MS"/>
            </a:endParaRPr>
          </a:p>
          <a:p>
            <a:pPr marL="1143000" lvl="2" indent="-228600" algn="l" defTabSz="457200">
              <a:lnSpc>
                <a:spcPct val="100000"/>
              </a:lnSpc>
              <a:spcBef>
                <a:spcPts val="1001"/>
              </a:spcBef>
              <a:buClr>
                <a:srgbClr val="90C226"/>
              </a:buClr>
              <a:buSzPct val="80000"/>
              <a:buFont typeface="Wingdings 3" charset="2"/>
              <a:buChar char=""/>
            </a:pPr>
            <a:r>
              <a:rPr lang="nl-NL" sz="1400" b="0" u="none" strike="noStrike">
                <a:solidFill>
                  <a:schemeClr val="dk1">
                    <a:lumMod val="75000"/>
                    <a:lumOff val="25000"/>
                  </a:schemeClr>
                </a:solidFill>
                <a:effectLst/>
                <a:uFillTx/>
                <a:latin typeface="Trebuchet MS"/>
              </a:rPr>
              <a:t>Derde niveau</a:t>
            </a:r>
            <a:endParaRPr lang="nl-NL" sz="1400" b="0" u="none" strike="noStrike">
              <a:solidFill>
                <a:schemeClr val="dk1">
                  <a:lumMod val="75000"/>
                  <a:lumOff val="25000"/>
                </a:schemeClr>
              </a:solidFill>
              <a:effectLst/>
              <a:uFillTx/>
              <a:latin typeface="Trebuchet MS"/>
            </a:endParaRPr>
          </a:p>
          <a:p>
            <a:pPr marL="1600200" lvl="3"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Vierde niveau</a:t>
            </a:r>
            <a:endParaRPr lang="nl-NL" sz="1200" b="0" u="none" strike="noStrike">
              <a:solidFill>
                <a:schemeClr val="dk1">
                  <a:lumMod val="75000"/>
                  <a:lumOff val="25000"/>
                </a:schemeClr>
              </a:solidFill>
              <a:effectLst/>
              <a:uFillTx/>
              <a:latin typeface="Trebuchet MS"/>
            </a:endParaRPr>
          </a:p>
          <a:p>
            <a:pPr marL="2057400" lvl="4"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Vijfde niveau</a:t>
            </a:r>
            <a:endParaRPr lang="nl-NL" sz="1200" b="0" u="none" strike="noStrike">
              <a:solidFill>
                <a:schemeClr val="dk1">
                  <a:lumMod val="75000"/>
                  <a:lumOff val="25000"/>
                </a:schemeClr>
              </a:solidFill>
              <a:effectLst/>
              <a:uFillTx/>
              <a:latin typeface="Trebuchet MS"/>
            </a:endParaRPr>
          </a:p>
        </p:txBody>
      </p:sp>
      <p:sp>
        <p:nvSpPr>
          <p:cNvPr id="73" name="PlaceHolder 3"/>
          <p:cNvSpPr>
            <a:spLocks noGrp="1"/>
          </p:cNvSpPr>
          <p:nvPr>
            <p:ph type="body"/>
          </p:nvPr>
        </p:nvSpPr>
        <p:spPr>
          <a:xfrm>
            <a:off x="5090040" y="2160720"/>
            <a:ext cx="4183200" cy="3880080"/>
          </a:xfrm>
          <a:prstGeom prst="rect">
            <a:avLst/>
          </a:prstGeom>
          <a:noFill/>
          <a:ln w="0">
            <a:noFill/>
          </a:ln>
        </p:spPr>
        <p:txBody>
          <a:bodyPr lIns="91440" tIns="45720" rIns="91440" bIns="45720" anchor="t">
            <a:noAutofit/>
          </a:bodyPr>
          <a:lstStyle>
            <a:lvl1pPr algn="l" defTabSz="457200">
              <a:lnSpc>
                <a:spcPct val="100000"/>
              </a:lnSpc>
              <a:spcBef>
                <a:spcPts val="1001"/>
              </a:spcBef>
              <a:buClr>
                <a:srgbClr val="90C226"/>
              </a:buClr>
              <a:buSzPct val="80000"/>
              <a:buFont typeface="Wingdings 3" charset="2"/>
              <a:buChar char=""/>
              <a:defRPr lang="nl-NL"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nl-NL"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nl-NL"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nl-NL" sz="1600" b="0" u="none" strike="noStrike">
                <a:solidFill>
                  <a:schemeClr val="dk1">
                    <a:lumMod val="75000"/>
                    <a:lumOff val="25000"/>
                  </a:schemeClr>
                </a:solidFill>
                <a:effectLst/>
                <a:uFillTx/>
                <a:latin typeface="Trebuchet MS"/>
              </a:rPr>
              <a:t>Tweede niveau</a:t>
            </a:r>
            <a:endParaRPr lang="nl-NL" sz="1600" b="0" u="none" strike="noStrike">
              <a:solidFill>
                <a:schemeClr val="dk1">
                  <a:lumMod val="75000"/>
                  <a:lumOff val="25000"/>
                </a:schemeClr>
              </a:solidFill>
              <a:effectLst/>
              <a:uFillTx/>
              <a:latin typeface="Trebuchet MS"/>
            </a:endParaRPr>
          </a:p>
          <a:p>
            <a:pPr marL="1143000" lvl="2" indent="-228600" algn="l" defTabSz="457200">
              <a:lnSpc>
                <a:spcPct val="100000"/>
              </a:lnSpc>
              <a:spcBef>
                <a:spcPts val="1001"/>
              </a:spcBef>
              <a:buClr>
                <a:srgbClr val="90C226"/>
              </a:buClr>
              <a:buSzPct val="80000"/>
              <a:buFont typeface="Wingdings 3" charset="2"/>
              <a:buChar char=""/>
            </a:pPr>
            <a:r>
              <a:rPr lang="nl-NL" sz="1400" b="0" u="none" strike="noStrike">
                <a:solidFill>
                  <a:schemeClr val="dk1">
                    <a:lumMod val="75000"/>
                    <a:lumOff val="25000"/>
                  </a:schemeClr>
                </a:solidFill>
                <a:effectLst/>
                <a:uFillTx/>
                <a:latin typeface="Trebuchet MS"/>
              </a:rPr>
              <a:t>Derde niveau</a:t>
            </a:r>
            <a:endParaRPr lang="nl-NL" sz="1400" b="0" u="none" strike="noStrike">
              <a:solidFill>
                <a:schemeClr val="dk1">
                  <a:lumMod val="75000"/>
                  <a:lumOff val="25000"/>
                </a:schemeClr>
              </a:solidFill>
              <a:effectLst/>
              <a:uFillTx/>
              <a:latin typeface="Trebuchet MS"/>
            </a:endParaRPr>
          </a:p>
          <a:p>
            <a:pPr marL="1600200" lvl="3"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Vierde niveau</a:t>
            </a:r>
            <a:endParaRPr lang="nl-NL" sz="1200" b="0" u="none" strike="noStrike">
              <a:solidFill>
                <a:schemeClr val="dk1">
                  <a:lumMod val="75000"/>
                  <a:lumOff val="25000"/>
                </a:schemeClr>
              </a:solidFill>
              <a:effectLst/>
              <a:uFillTx/>
              <a:latin typeface="Trebuchet MS"/>
            </a:endParaRPr>
          </a:p>
          <a:p>
            <a:pPr marL="2057400" lvl="4"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Vijfde niveau</a:t>
            </a:r>
            <a:endParaRPr lang="nl-NL" sz="1200" b="0" u="none" strike="noStrike">
              <a:solidFill>
                <a:schemeClr val="dk1">
                  <a:lumMod val="75000"/>
                  <a:lumOff val="25000"/>
                </a:schemeClr>
              </a:solidFill>
              <a:effectLst/>
              <a:uFillTx/>
              <a:latin typeface="Trebuchet MS"/>
            </a:endParaRPr>
          </a:p>
        </p:txBody>
      </p:sp>
      <p:sp>
        <p:nvSpPr>
          <p:cNvPr id="74" name="PlaceHolder 4"/>
          <p:cNvSpPr>
            <a:spLocks noGrp="1"/>
          </p:cNvSpPr>
          <p:nvPr>
            <p:ph type="dt" idx="7"/>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 </a:t>
            </a:r>
            <a:endParaRPr lang="en-US" sz="900" b="0" u="none" strike="noStrike">
              <a:solidFill>
                <a:srgbClr val="000000"/>
              </a:solidFill>
              <a:effectLst/>
              <a:uFillTx/>
              <a:latin typeface="Times New Roman"/>
            </a:endParaRPr>
          </a:p>
        </p:txBody>
      </p:sp>
      <p:sp>
        <p:nvSpPr>
          <p:cNvPr id="75" name="PlaceHolder 5"/>
          <p:cNvSpPr>
            <a:spLocks noGrp="1"/>
          </p:cNvSpPr>
          <p:nvPr>
            <p:ph type="ftr" idx="8"/>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6" name="PlaceHolder 6"/>
          <p:cNvSpPr>
            <a:spLocks noGrp="1"/>
          </p:cNvSpPr>
          <p:nvPr>
            <p:ph type="sldNum" idx="9"/>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7DE1F5FD-C4FE-485A-9186-9DBB1D0B133B}" type="slidenum">
              <a:rPr lang="nl-BE"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ergelijking">
    <p:bg>
      <p:bgPr>
        <a:solidFill>
          <a:srgbClr val="FFFFFF"/>
        </a:solidFill>
      </p:bgPr>
    </p:bg>
    <p:spTree>
      <p:nvGrpSpPr>
        <p:cNvPr id="1" name=""/>
        <p:cNvGrpSpPr/>
        <p:nvPr/>
      </p:nvGrpSpPr>
      <p:grpSpPr>
        <a:xfrm>
          <a:off x="0" y="0"/>
          <a:ext cx="0" cy="0"/>
          <a:chOff x="0" y="0"/>
          <a:chExt cx="0" cy="0"/>
        </a:xfrm>
      </p:grpSpPr>
      <p:grpSp>
        <p:nvGrpSpPr>
          <p:cNvPr id="77" name="Group 6"/>
          <p:cNvGrpSpPr/>
          <p:nvPr/>
        </p:nvGrpSpPr>
        <p:grpSpPr>
          <a:xfrm>
            <a:off x="0" y="-8640"/>
            <a:ext cx="12191400" cy="6867000"/>
            <a:chOff x="0" y="-8640"/>
            <a:chExt cx="12191400" cy="6867000"/>
          </a:xfrm>
        </p:grpSpPr>
        <p:cxnSp>
          <p:nvCxnSpPr>
            <p:cNvPr id="78" name="Straight Connector 19"/>
            <p:cNvCxnSpPr/>
            <p:nvPr/>
          </p:nvCxnSpPr>
          <p:spPr>
            <a:xfrm>
              <a:off x="9370800" y="0"/>
              <a:ext cx="1220040" cy="6858720"/>
            </a:xfrm>
            <a:prstGeom prst="straightConnector1">
              <a:avLst/>
            </a:prstGeom>
            <a:ln cap="rnd" w="9525">
              <a:solidFill>
                <a:srgbClr val="BFBFBF"/>
              </a:solidFill>
              <a:round/>
            </a:ln>
          </p:spPr>
        </p:cxnSp>
        <p:cxnSp>
          <p:nvCxnSpPr>
            <p:cNvPr id="79"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80"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81"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82"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83"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84"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85"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86"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87"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88"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nl-NL" sz="3600" b="0" u="none" strike="noStrike">
                <a:solidFill>
                  <a:schemeClr val="accent1"/>
                </a:solidFill>
                <a:effectLst/>
                <a:uFillTx/>
                <a:latin typeface="Trebuchet MS"/>
              </a:defRPr>
            </a:lvl1pPr>
          </a:lstStyle>
          <a:p>
            <a:pPr indent="0" algn="l" defTabSz="457200">
              <a:lnSpc>
                <a:spcPct val="100000"/>
              </a:lnSpc>
              <a:buNone/>
              <a:tabLst>
                <a:tab pos="0" algn="l"/>
              </a:tabLst>
            </a:pPr>
            <a:r>
              <a:rPr lang="nl-NL" sz="3600" b="0" u="none" strike="noStrike">
                <a:solidFill>
                  <a:schemeClr val="accent1"/>
                </a:solidFill>
                <a:effectLst/>
                <a:uFillTx/>
                <a:latin typeface="Trebuchet MS"/>
              </a:rPr>
              <a:t>Klik om stijl te bewerken</a:t>
            </a:r>
            <a:endParaRPr lang="nl-NL" sz="3600" b="0" u="none" strike="noStrike">
              <a:solidFill>
                <a:schemeClr val="accent1"/>
              </a:solidFill>
              <a:effectLst/>
              <a:uFillTx/>
              <a:latin typeface="Trebuchet MS"/>
            </a:endParaRPr>
          </a:p>
        </p:txBody>
      </p:sp>
      <p:sp>
        <p:nvSpPr>
          <p:cNvPr id="89" name="PlaceHolder 2"/>
          <p:cNvSpPr>
            <a:spLocks noGrp="1"/>
          </p:cNvSpPr>
          <p:nvPr>
            <p:ph type="body"/>
          </p:nvPr>
        </p:nvSpPr>
        <p:spPr>
          <a:xfrm>
            <a:off x="675720" y="2161080"/>
            <a:ext cx="4185000" cy="575640"/>
          </a:xfrm>
          <a:prstGeom prst="rect">
            <a:avLst/>
          </a:prstGeom>
          <a:noFill/>
          <a:ln w="0">
            <a:noFill/>
          </a:ln>
        </p:spPr>
        <p:txBody>
          <a:bodyPr lIns="91440" tIns="45720" rIns="91440" bIns="45720" anchor="b">
            <a:noAutofit/>
          </a:bodyPr>
          <a:lstStyle>
            <a:lvl1pPr indent="0" algn="l" defTabSz="457200">
              <a:lnSpc>
                <a:spcPct val="100000"/>
              </a:lnSpc>
              <a:spcBef>
                <a:spcPts val="1001"/>
              </a:spcBef>
              <a:buNone/>
              <a:tabLst>
                <a:tab pos="0" algn="l"/>
              </a:tabLst>
              <a:defRPr lang="nl-NL" sz="24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nl-NL" sz="2400" b="0" u="none" strike="noStrike">
                <a:solidFill>
                  <a:schemeClr val="dk1">
                    <a:lumMod val="75000"/>
                    <a:lumOff val="25000"/>
                  </a:schemeClr>
                </a:solidFill>
                <a:effectLst/>
                <a:uFillTx/>
                <a:latin typeface="Trebuchet MS"/>
              </a:rPr>
              <a:t>Klikken om de tekststijl van het model te bewerken</a:t>
            </a:r>
            <a:endParaRPr lang="nl-NL" sz="2400" b="0" u="none" strike="noStrike">
              <a:solidFill>
                <a:schemeClr val="dk1">
                  <a:lumMod val="75000"/>
                  <a:lumOff val="25000"/>
                </a:schemeClr>
              </a:solidFill>
              <a:effectLst/>
              <a:uFillTx/>
              <a:latin typeface="Trebuchet MS"/>
            </a:endParaRPr>
          </a:p>
        </p:txBody>
      </p:sp>
      <p:sp>
        <p:nvSpPr>
          <p:cNvPr id="90" name="PlaceHolder 3"/>
          <p:cNvSpPr>
            <a:spLocks noGrp="1"/>
          </p:cNvSpPr>
          <p:nvPr>
            <p:ph type="body"/>
          </p:nvPr>
        </p:nvSpPr>
        <p:spPr>
          <a:xfrm>
            <a:off x="675720" y="2737080"/>
            <a:ext cx="4185000" cy="3303360"/>
          </a:xfrm>
          <a:prstGeom prst="rect">
            <a:avLst/>
          </a:prstGeom>
          <a:noFill/>
          <a:ln w="0">
            <a:noFill/>
          </a:ln>
        </p:spPr>
        <p:txBody>
          <a:bodyPr lIns="91440" tIns="45720" rIns="91440" bIns="45720" anchor="t">
            <a:normAutofit/>
          </a:bodyPr>
          <a:lstStyle>
            <a:lvl1pPr algn="l" defTabSz="457200">
              <a:lnSpc>
                <a:spcPct val="100000"/>
              </a:lnSpc>
              <a:spcBef>
                <a:spcPts val="1001"/>
              </a:spcBef>
              <a:buClr>
                <a:srgbClr val="90C226"/>
              </a:buClr>
              <a:buSzPct val="80000"/>
              <a:buFont typeface="Wingdings 3" charset="2"/>
              <a:buChar char=""/>
              <a:tabLst>
                <a:tab pos="0" algn="l"/>
              </a:tabLst>
              <a:defRPr lang="nl-NL"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tabLst>
                <a:tab pos="0" algn="l"/>
              </a:tabLst>
              <a:defRPr lang="nl-NL"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tabLst>
                <a:tab pos="0" algn="l"/>
              </a:tabLst>
              <a:defRPr lang="nl-NL"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tabLst>
                <a:tab pos="0" algn="l"/>
              </a:tabLst>
              <a:defRPr lang="nl-NL"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tabLst>
                <a:tab pos="0" algn="l"/>
              </a:tabLst>
              <a:defRPr lang="nl-NL"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tabLst>
                <a:tab pos="0" algn="l"/>
              </a:tabLst>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tabLst>
                <a:tab pos="0" algn="l"/>
              </a:tabLst>
            </a:pPr>
            <a:r>
              <a:rPr lang="nl-NL" sz="1600" b="0" u="none" strike="noStrike">
                <a:solidFill>
                  <a:schemeClr val="dk1">
                    <a:lumMod val="75000"/>
                    <a:lumOff val="25000"/>
                  </a:schemeClr>
                </a:solidFill>
                <a:effectLst/>
                <a:uFillTx/>
                <a:latin typeface="Trebuchet MS"/>
              </a:rPr>
              <a:t>Tweede niveau</a:t>
            </a:r>
            <a:endParaRPr lang="nl-NL" sz="1600" b="0" u="none" strike="noStrike">
              <a:solidFill>
                <a:schemeClr val="dk1">
                  <a:lumMod val="75000"/>
                  <a:lumOff val="25000"/>
                </a:schemeClr>
              </a:solidFill>
              <a:effectLst/>
              <a:uFillTx/>
              <a:latin typeface="Trebuchet MS"/>
            </a:endParaRPr>
          </a:p>
          <a:p>
            <a:pPr marL="1143000" lvl="2" indent="-228600" algn="l" defTabSz="457200">
              <a:lnSpc>
                <a:spcPct val="100000"/>
              </a:lnSpc>
              <a:spcBef>
                <a:spcPts val="1001"/>
              </a:spcBef>
              <a:buClr>
                <a:srgbClr val="90C226"/>
              </a:buClr>
              <a:buSzPct val="80000"/>
              <a:buFont typeface="Wingdings 3" charset="2"/>
              <a:buChar char=""/>
              <a:tabLst>
                <a:tab pos="0" algn="l"/>
              </a:tabLst>
            </a:pPr>
            <a:r>
              <a:rPr lang="nl-NL" sz="1400" b="0" u="none" strike="noStrike">
                <a:solidFill>
                  <a:schemeClr val="dk1">
                    <a:lumMod val="75000"/>
                    <a:lumOff val="25000"/>
                  </a:schemeClr>
                </a:solidFill>
                <a:effectLst/>
                <a:uFillTx/>
                <a:latin typeface="Trebuchet MS"/>
              </a:rPr>
              <a:t>Derde niveau</a:t>
            </a:r>
            <a:endParaRPr lang="nl-NL" sz="1400" b="0" u="none" strike="noStrike">
              <a:solidFill>
                <a:schemeClr val="dk1">
                  <a:lumMod val="75000"/>
                  <a:lumOff val="25000"/>
                </a:schemeClr>
              </a:solidFill>
              <a:effectLst/>
              <a:uFillTx/>
              <a:latin typeface="Trebuchet MS"/>
            </a:endParaRPr>
          </a:p>
          <a:p>
            <a:pPr marL="1600200" lvl="3" indent="-228600" algn="l" defTabSz="457200">
              <a:lnSpc>
                <a:spcPct val="100000"/>
              </a:lnSpc>
              <a:spcBef>
                <a:spcPts val="1001"/>
              </a:spcBef>
              <a:buClr>
                <a:srgbClr val="90C226"/>
              </a:buClr>
              <a:buSzPct val="80000"/>
              <a:buFont typeface="Wingdings 3" charset="2"/>
              <a:buChar char=""/>
              <a:tabLst>
                <a:tab pos="0" algn="l"/>
              </a:tabLst>
            </a:pPr>
            <a:r>
              <a:rPr lang="nl-NL" sz="1200" b="0" u="none" strike="noStrike">
                <a:solidFill>
                  <a:schemeClr val="dk1">
                    <a:lumMod val="75000"/>
                    <a:lumOff val="25000"/>
                  </a:schemeClr>
                </a:solidFill>
                <a:effectLst/>
                <a:uFillTx/>
                <a:latin typeface="Trebuchet MS"/>
              </a:rPr>
              <a:t>Vierde niveau</a:t>
            </a:r>
            <a:endParaRPr lang="nl-NL" sz="1200" b="0" u="none" strike="noStrike">
              <a:solidFill>
                <a:schemeClr val="dk1">
                  <a:lumMod val="75000"/>
                  <a:lumOff val="25000"/>
                </a:schemeClr>
              </a:solidFill>
              <a:effectLst/>
              <a:uFillTx/>
              <a:latin typeface="Trebuchet MS"/>
            </a:endParaRPr>
          </a:p>
          <a:p>
            <a:pPr marL="2057400" lvl="4" indent="-228600" algn="l" defTabSz="457200">
              <a:lnSpc>
                <a:spcPct val="100000"/>
              </a:lnSpc>
              <a:spcBef>
                <a:spcPts val="1001"/>
              </a:spcBef>
              <a:buClr>
                <a:srgbClr val="90C226"/>
              </a:buClr>
              <a:buSzPct val="80000"/>
              <a:buFont typeface="Wingdings 3" charset="2"/>
              <a:buChar char=""/>
              <a:tabLst>
                <a:tab pos="0" algn="l"/>
              </a:tabLst>
            </a:pPr>
            <a:r>
              <a:rPr lang="nl-NL" sz="1200" b="0" u="none" strike="noStrike">
                <a:solidFill>
                  <a:schemeClr val="dk1">
                    <a:lumMod val="75000"/>
                    <a:lumOff val="25000"/>
                  </a:schemeClr>
                </a:solidFill>
                <a:effectLst/>
                <a:uFillTx/>
                <a:latin typeface="Trebuchet MS"/>
              </a:rPr>
              <a:t>Vijfde niveau</a:t>
            </a:r>
            <a:endParaRPr lang="nl-NL" sz="1200" b="0" u="none" strike="noStrike">
              <a:solidFill>
                <a:schemeClr val="dk1">
                  <a:lumMod val="75000"/>
                  <a:lumOff val="25000"/>
                </a:schemeClr>
              </a:solidFill>
              <a:effectLst/>
              <a:uFillTx/>
              <a:latin typeface="Trebuchet MS"/>
            </a:endParaRPr>
          </a:p>
        </p:txBody>
      </p:sp>
      <p:sp>
        <p:nvSpPr>
          <p:cNvPr id="91" name="PlaceHolder 4"/>
          <p:cNvSpPr>
            <a:spLocks noGrp="1"/>
          </p:cNvSpPr>
          <p:nvPr>
            <p:ph type="body"/>
          </p:nvPr>
        </p:nvSpPr>
        <p:spPr>
          <a:xfrm>
            <a:off x="5088240" y="2161080"/>
            <a:ext cx="4185000" cy="575640"/>
          </a:xfrm>
          <a:prstGeom prst="rect">
            <a:avLst/>
          </a:prstGeom>
          <a:noFill/>
          <a:ln w="0">
            <a:noFill/>
          </a:ln>
        </p:spPr>
        <p:txBody>
          <a:bodyPr lIns="91440" tIns="45720" rIns="91440" bIns="45720" anchor="b">
            <a:noAutofit/>
          </a:bodyPr>
          <a:lstStyle>
            <a:lvl1pPr indent="0" algn="l" defTabSz="457200">
              <a:lnSpc>
                <a:spcPct val="100000"/>
              </a:lnSpc>
              <a:spcBef>
                <a:spcPts val="1001"/>
              </a:spcBef>
              <a:buNone/>
              <a:tabLst>
                <a:tab pos="0" algn="l"/>
              </a:tabLst>
              <a:defRPr lang="nl-NL" sz="24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nl-NL" sz="2400" b="0" u="none" strike="noStrike">
                <a:solidFill>
                  <a:schemeClr val="dk1">
                    <a:lumMod val="75000"/>
                    <a:lumOff val="25000"/>
                  </a:schemeClr>
                </a:solidFill>
                <a:effectLst/>
                <a:uFillTx/>
                <a:latin typeface="Trebuchet MS"/>
              </a:rPr>
              <a:t>Klikken om de tekststijl van het model te bewerken</a:t>
            </a:r>
            <a:endParaRPr lang="nl-NL" sz="2400" b="0" u="none" strike="noStrike">
              <a:solidFill>
                <a:schemeClr val="dk1">
                  <a:lumMod val="75000"/>
                  <a:lumOff val="25000"/>
                </a:schemeClr>
              </a:solidFill>
              <a:effectLst/>
              <a:uFillTx/>
              <a:latin typeface="Trebuchet MS"/>
            </a:endParaRPr>
          </a:p>
        </p:txBody>
      </p:sp>
      <p:sp>
        <p:nvSpPr>
          <p:cNvPr id="92" name="PlaceHolder 5"/>
          <p:cNvSpPr>
            <a:spLocks noGrp="1"/>
          </p:cNvSpPr>
          <p:nvPr>
            <p:ph type="body"/>
          </p:nvPr>
        </p:nvSpPr>
        <p:spPr>
          <a:xfrm>
            <a:off x="5088240" y="2737080"/>
            <a:ext cx="4185000" cy="3303360"/>
          </a:xfrm>
          <a:prstGeom prst="rect">
            <a:avLst/>
          </a:prstGeom>
          <a:noFill/>
          <a:ln w="0">
            <a:noFill/>
          </a:ln>
        </p:spPr>
        <p:txBody>
          <a:bodyPr lIns="91440" tIns="45720" rIns="91440" bIns="45720" anchor="t">
            <a:normAutofit/>
          </a:bodyPr>
          <a:lstStyle>
            <a:lvl1pPr algn="l" defTabSz="457200">
              <a:lnSpc>
                <a:spcPct val="100000"/>
              </a:lnSpc>
              <a:spcBef>
                <a:spcPts val="1001"/>
              </a:spcBef>
              <a:buClr>
                <a:srgbClr val="90C226"/>
              </a:buClr>
              <a:buSzPct val="80000"/>
              <a:buFont typeface="Wingdings 3" charset="2"/>
              <a:buChar char=""/>
              <a:tabLst>
                <a:tab pos="0" algn="l"/>
              </a:tabLst>
              <a:defRPr lang="nl-NL"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tabLst>
                <a:tab pos="0" algn="l"/>
              </a:tabLst>
              <a:defRPr lang="nl-NL"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tabLst>
                <a:tab pos="0" algn="l"/>
              </a:tabLst>
              <a:defRPr lang="nl-NL"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tabLst>
                <a:tab pos="0" algn="l"/>
              </a:tabLst>
              <a:defRPr lang="nl-NL"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tabLst>
                <a:tab pos="0" algn="l"/>
              </a:tabLst>
              <a:defRPr lang="nl-NL"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tabLst>
                <a:tab pos="0" algn="l"/>
              </a:tabLst>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tabLst>
                <a:tab pos="0" algn="l"/>
              </a:tabLst>
            </a:pPr>
            <a:r>
              <a:rPr lang="nl-NL" sz="1600" b="0" u="none" strike="noStrike">
                <a:solidFill>
                  <a:schemeClr val="dk1">
                    <a:lumMod val="75000"/>
                    <a:lumOff val="25000"/>
                  </a:schemeClr>
                </a:solidFill>
                <a:effectLst/>
                <a:uFillTx/>
                <a:latin typeface="Trebuchet MS"/>
              </a:rPr>
              <a:t>Tweede niveau</a:t>
            </a:r>
            <a:endParaRPr lang="nl-NL" sz="1600" b="0" u="none" strike="noStrike">
              <a:solidFill>
                <a:schemeClr val="dk1">
                  <a:lumMod val="75000"/>
                  <a:lumOff val="25000"/>
                </a:schemeClr>
              </a:solidFill>
              <a:effectLst/>
              <a:uFillTx/>
              <a:latin typeface="Trebuchet MS"/>
            </a:endParaRPr>
          </a:p>
          <a:p>
            <a:pPr marL="1143000" lvl="2" indent="-228600" algn="l" defTabSz="457200">
              <a:lnSpc>
                <a:spcPct val="100000"/>
              </a:lnSpc>
              <a:spcBef>
                <a:spcPts val="1001"/>
              </a:spcBef>
              <a:buClr>
                <a:srgbClr val="90C226"/>
              </a:buClr>
              <a:buSzPct val="80000"/>
              <a:buFont typeface="Wingdings 3" charset="2"/>
              <a:buChar char=""/>
              <a:tabLst>
                <a:tab pos="0" algn="l"/>
              </a:tabLst>
            </a:pPr>
            <a:r>
              <a:rPr lang="nl-NL" sz="1400" b="0" u="none" strike="noStrike">
                <a:solidFill>
                  <a:schemeClr val="dk1">
                    <a:lumMod val="75000"/>
                    <a:lumOff val="25000"/>
                  </a:schemeClr>
                </a:solidFill>
                <a:effectLst/>
                <a:uFillTx/>
                <a:latin typeface="Trebuchet MS"/>
              </a:rPr>
              <a:t>Derde niveau</a:t>
            </a:r>
            <a:endParaRPr lang="nl-NL" sz="1400" b="0" u="none" strike="noStrike">
              <a:solidFill>
                <a:schemeClr val="dk1">
                  <a:lumMod val="75000"/>
                  <a:lumOff val="25000"/>
                </a:schemeClr>
              </a:solidFill>
              <a:effectLst/>
              <a:uFillTx/>
              <a:latin typeface="Trebuchet MS"/>
            </a:endParaRPr>
          </a:p>
          <a:p>
            <a:pPr marL="1600200" lvl="3" indent="-228600" algn="l" defTabSz="457200">
              <a:lnSpc>
                <a:spcPct val="100000"/>
              </a:lnSpc>
              <a:spcBef>
                <a:spcPts val="1001"/>
              </a:spcBef>
              <a:buClr>
                <a:srgbClr val="90C226"/>
              </a:buClr>
              <a:buSzPct val="80000"/>
              <a:buFont typeface="Wingdings 3" charset="2"/>
              <a:buChar char=""/>
              <a:tabLst>
                <a:tab pos="0" algn="l"/>
              </a:tabLst>
            </a:pPr>
            <a:r>
              <a:rPr lang="nl-NL" sz="1200" b="0" u="none" strike="noStrike">
                <a:solidFill>
                  <a:schemeClr val="dk1">
                    <a:lumMod val="75000"/>
                    <a:lumOff val="25000"/>
                  </a:schemeClr>
                </a:solidFill>
                <a:effectLst/>
                <a:uFillTx/>
                <a:latin typeface="Trebuchet MS"/>
              </a:rPr>
              <a:t>Vierde niveau</a:t>
            </a:r>
            <a:endParaRPr lang="nl-NL" sz="1200" b="0" u="none" strike="noStrike">
              <a:solidFill>
                <a:schemeClr val="dk1">
                  <a:lumMod val="75000"/>
                  <a:lumOff val="25000"/>
                </a:schemeClr>
              </a:solidFill>
              <a:effectLst/>
              <a:uFillTx/>
              <a:latin typeface="Trebuchet MS"/>
            </a:endParaRPr>
          </a:p>
          <a:p>
            <a:pPr marL="2057400" lvl="4" indent="-228600" algn="l" defTabSz="457200">
              <a:lnSpc>
                <a:spcPct val="100000"/>
              </a:lnSpc>
              <a:spcBef>
                <a:spcPts val="1001"/>
              </a:spcBef>
              <a:buClr>
                <a:srgbClr val="90C226"/>
              </a:buClr>
              <a:buSzPct val="80000"/>
              <a:buFont typeface="Wingdings 3" charset="2"/>
              <a:buChar char=""/>
              <a:tabLst>
                <a:tab pos="0" algn="l"/>
              </a:tabLst>
            </a:pPr>
            <a:r>
              <a:rPr lang="nl-NL" sz="1200" b="0" u="none" strike="noStrike">
                <a:solidFill>
                  <a:schemeClr val="dk1">
                    <a:lumMod val="75000"/>
                    <a:lumOff val="25000"/>
                  </a:schemeClr>
                </a:solidFill>
                <a:effectLst/>
                <a:uFillTx/>
                <a:latin typeface="Trebuchet MS"/>
              </a:rPr>
              <a:t>Vijfde niveau</a:t>
            </a:r>
            <a:endParaRPr lang="nl-NL" sz="1200" b="0" u="none" strike="noStrike">
              <a:solidFill>
                <a:schemeClr val="dk1">
                  <a:lumMod val="75000"/>
                  <a:lumOff val="25000"/>
                </a:schemeClr>
              </a:solidFill>
              <a:effectLst/>
              <a:uFillTx/>
              <a:latin typeface="Trebuchet MS"/>
            </a:endParaRPr>
          </a:p>
        </p:txBody>
      </p:sp>
      <p:sp>
        <p:nvSpPr>
          <p:cNvPr id="93" name="PlaceHolder 6"/>
          <p:cNvSpPr>
            <a:spLocks noGrp="1"/>
          </p:cNvSpPr>
          <p:nvPr>
            <p:ph type="dt" idx="10"/>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94" name="PlaceHolder 7"/>
          <p:cNvSpPr>
            <a:spLocks noGrp="1"/>
          </p:cNvSpPr>
          <p:nvPr>
            <p:ph type="ftr" idx="11"/>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95" name="PlaceHolder 8"/>
          <p:cNvSpPr>
            <a:spLocks noGrp="1"/>
          </p:cNvSpPr>
          <p:nvPr>
            <p:ph type="sldNum" idx="12"/>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7A2FB55D-67F1-4861-9E5F-1FDD77101368}"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Alleen titel">
    <p:bg>
      <p:bgPr>
        <a:solidFill>
          <a:srgbClr val="FFFFFF"/>
        </a:solidFill>
      </p:bgPr>
    </p:bg>
    <p:spTree>
      <p:nvGrpSpPr>
        <p:cNvPr id="1" name=""/>
        <p:cNvGrpSpPr/>
        <p:nvPr/>
      </p:nvGrpSpPr>
      <p:grpSpPr>
        <a:xfrm>
          <a:off x="0" y="0"/>
          <a:ext cx="0" cy="0"/>
          <a:chOff x="0" y="0"/>
          <a:chExt cx="0" cy="0"/>
        </a:xfrm>
      </p:grpSpPr>
      <p:grpSp>
        <p:nvGrpSpPr>
          <p:cNvPr id="96" name="Group 6"/>
          <p:cNvGrpSpPr/>
          <p:nvPr/>
        </p:nvGrpSpPr>
        <p:grpSpPr>
          <a:xfrm>
            <a:off x="0" y="-8640"/>
            <a:ext cx="12191400" cy="6867000"/>
            <a:chOff x="0" y="-8640"/>
            <a:chExt cx="12191400" cy="6867000"/>
          </a:xfrm>
        </p:grpSpPr>
        <p:cxnSp>
          <p:nvCxnSpPr>
            <p:cNvPr id="97" name="Straight Connector 19"/>
            <p:cNvCxnSpPr/>
            <p:nvPr/>
          </p:nvCxnSpPr>
          <p:spPr>
            <a:xfrm>
              <a:off x="9370800" y="0"/>
              <a:ext cx="1220040" cy="6858720"/>
            </a:xfrm>
            <a:prstGeom prst="straightConnector1">
              <a:avLst/>
            </a:prstGeom>
            <a:ln cap="rnd" w="9525">
              <a:solidFill>
                <a:srgbClr val="BFBFBF"/>
              </a:solidFill>
              <a:round/>
            </a:ln>
          </p:spPr>
        </p:cxnSp>
        <p:cxnSp>
          <p:nvCxnSpPr>
            <p:cNvPr id="98"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99"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00"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01"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02"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03"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04"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05"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06"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107"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nl-NL" sz="3600" b="0" u="none" strike="noStrike">
                <a:solidFill>
                  <a:schemeClr val="accent1"/>
                </a:solidFill>
                <a:effectLst/>
                <a:uFillTx/>
                <a:latin typeface="Trebuchet MS"/>
              </a:defRPr>
            </a:lvl1pPr>
          </a:lstStyle>
          <a:p>
            <a:pPr indent="0" algn="l" defTabSz="457200">
              <a:lnSpc>
                <a:spcPct val="100000"/>
              </a:lnSpc>
              <a:buNone/>
              <a:tabLst>
                <a:tab pos="0" algn="l"/>
              </a:tabLst>
            </a:pPr>
            <a:r>
              <a:rPr lang="nl-NL" sz="3600" b="0" u="none" strike="noStrike">
                <a:solidFill>
                  <a:schemeClr val="accent1"/>
                </a:solidFill>
                <a:effectLst/>
                <a:uFillTx/>
                <a:latin typeface="Trebuchet MS"/>
              </a:rPr>
              <a:t>Klik om stijl te bewerken</a:t>
            </a:r>
            <a:endParaRPr lang="nl-NL" sz="3600" b="0" u="none" strike="noStrike">
              <a:solidFill>
                <a:schemeClr val="accent1"/>
              </a:solidFill>
              <a:effectLst/>
              <a:uFillTx/>
              <a:latin typeface="Trebuchet MS"/>
            </a:endParaRPr>
          </a:p>
        </p:txBody>
      </p:sp>
      <p:sp>
        <p:nvSpPr>
          <p:cNvPr id="108" name="PlaceHolder 2"/>
          <p:cNvSpPr>
            <a:spLocks noGrp="1"/>
          </p:cNvSpPr>
          <p:nvPr>
            <p:ph type="dt" idx="13"/>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09" name="PlaceHolder 3"/>
          <p:cNvSpPr>
            <a:spLocks noGrp="1"/>
          </p:cNvSpPr>
          <p:nvPr>
            <p:ph type="ftr" idx="14"/>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10" name="PlaceHolder 4"/>
          <p:cNvSpPr>
            <a:spLocks noGrp="1"/>
          </p:cNvSpPr>
          <p:nvPr>
            <p:ph type="sldNum" idx="15"/>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28745FAC-B56F-4A1E-8527-662B476F66D1}"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g">
    <p:bg>
      <p:bgPr>
        <a:solidFill>
          <a:srgbClr val="FFFFFF"/>
        </a:solidFill>
      </p:bgPr>
    </p:bg>
    <p:spTree>
      <p:nvGrpSpPr>
        <p:cNvPr id="1" name=""/>
        <p:cNvGrpSpPr/>
        <p:nvPr/>
      </p:nvGrpSpPr>
      <p:grpSpPr>
        <a:xfrm>
          <a:off x="0" y="0"/>
          <a:ext cx="0" cy="0"/>
          <a:chOff x="0" y="0"/>
          <a:chExt cx="0" cy="0"/>
        </a:xfrm>
      </p:grpSpPr>
      <p:grpSp>
        <p:nvGrpSpPr>
          <p:cNvPr id="111" name="Group 6"/>
          <p:cNvGrpSpPr/>
          <p:nvPr/>
        </p:nvGrpSpPr>
        <p:grpSpPr>
          <a:xfrm>
            <a:off x="0" y="-8640"/>
            <a:ext cx="12191400" cy="6867000"/>
            <a:chOff x="0" y="-8640"/>
            <a:chExt cx="12191400" cy="6867000"/>
          </a:xfrm>
        </p:grpSpPr>
        <p:cxnSp>
          <p:nvCxnSpPr>
            <p:cNvPr id="112" name="Straight Connector 19"/>
            <p:cNvCxnSpPr/>
            <p:nvPr/>
          </p:nvCxnSpPr>
          <p:spPr>
            <a:xfrm>
              <a:off x="9370800" y="0"/>
              <a:ext cx="1220040" cy="6858720"/>
            </a:xfrm>
            <a:prstGeom prst="straightConnector1">
              <a:avLst/>
            </a:prstGeom>
            <a:ln cap="rnd" w="9525">
              <a:solidFill>
                <a:srgbClr val="BFBFBF"/>
              </a:solidFill>
              <a:round/>
            </a:ln>
          </p:spPr>
        </p:cxnSp>
        <p:cxnSp>
          <p:nvCxnSpPr>
            <p:cNvPr id="113"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114"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15"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16"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17"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18"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19"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20"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21"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122" name="PlaceHolder 1"/>
          <p:cNvSpPr>
            <a:spLocks noGrp="1"/>
          </p:cNvSpPr>
          <p:nvPr>
            <p:ph type="dt" idx="16"/>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23" name="PlaceHolder 2"/>
          <p:cNvSpPr>
            <a:spLocks noGrp="1"/>
          </p:cNvSpPr>
          <p:nvPr>
            <p:ph type="ftr" idx="17"/>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4" name="PlaceHolder 3"/>
          <p:cNvSpPr>
            <a:spLocks noGrp="1"/>
          </p:cNvSpPr>
          <p:nvPr>
            <p:ph type="sldNum" idx="18"/>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73B0FB94-91A4-4C01-ADB9-4FEEF5FC3373}"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oud met bijschrift">
    <p:bg>
      <p:bgPr>
        <a:solidFill>
          <a:srgbClr val="FFFFFF"/>
        </a:solidFill>
      </p:bgPr>
    </p:bg>
    <p:spTree>
      <p:nvGrpSpPr>
        <p:cNvPr id="1" name=""/>
        <p:cNvGrpSpPr/>
        <p:nvPr/>
      </p:nvGrpSpPr>
      <p:grpSpPr>
        <a:xfrm>
          <a:off x="0" y="0"/>
          <a:ext cx="0" cy="0"/>
          <a:chOff x="0" y="0"/>
          <a:chExt cx="0" cy="0"/>
        </a:xfrm>
      </p:grpSpPr>
      <p:grpSp>
        <p:nvGrpSpPr>
          <p:cNvPr id="125" name="Group 6"/>
          <p:cNvGrpSpPr/>
          <p:nvPr/>
        </p:nvGrpSpPr>
        <p:grpSpPr>
          <a:xfrm>
            <a:off x="0" y="-8640"/>
            <a:ext cx="12191400" cy="6867000"/>
            <a:chOff x="0" y="-8640"/>
            <a:chExt cx="12191400" cy="6867000"/>
          </a:xfrm>
        </p:grpSpPr>
        <p:cxnSp>
          <p:nvCxnSpPr>
            <p:cNvPr id="126" name="Straight Connector 19"/>
            <p:cNvCxnSpPr/>
            <p:nvPr/>
          </p:nvCxnSpPr>
          <p:spPr>
            <a:xfrm>
              <a:off x="9370800" y="0"/>
              <a:ext cx="1220040" cy="6858720"/>
            </a:xfrm>
            <a:prstGeom prst="straightConnector1">
              <a:avLst/>
            </a:prstGeom>
            <a:ln cap="rnd" w="9525">
              <a:solidFill>
                <a:srgbClr val="BFBFBF"/>
              </a:solidFill>
              <a:round/>
            </a:ln>
          </p:spPr>
        </p:cxnSp>
        <p:cxnSp>
          <p:nvCxnSpPr>
            <p:cNvPr id="127"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128"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29"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30"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31"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32"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33"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34"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35"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136" name="PlaceHolder 1"/>
          <p:cNvSpPr>
            <a:spLocks noGrp="1"/>
          </p:cNvSpPr>
          <p:nvPr>
            <p:ph type="title"/>
          </p:nvPr>
        </p:nvSpPr>
        <p:spPr>
          <a:xfrm>
            <a:off x="677160" y="1498680"/>
            <a:ext cx="3853800" cy="1277640"/>
          </a:xfrm>
          <a:prstGeom prst="rect">
            <a:avLst/>
          </a:prstGeom>
          <a:noFill/>
          <a:ln w="0">
            <a:noFill/>
          </a:ln>
        </p:spPr>
        <p:txBody>
          <a:bodyPr lIns="91440" tIns="45720" rIns="91440" bIns="45720" anchor="b">
            <a:normAutofit/>
          </a:bodyPr>
          <a:lstStyle>
            <a:lvl1pPr indent="0" algn="l" defTabSz="457200">
              <a:lnSpc>
                <a:spcPct val="100000"/>
              </a:lnSpc>
              <a:buNone/>
              <a:tabLst>
                <a:tab pos="0" algn="l"/>
              </a:tabLst>
              <a:defRPr lang="nl-NL" sz="2000" b="0" u="none" strike="noStrike">
                <a:solidFill>
                  <a:schemeClr val="accent1"/>
                </a:solidFill>
                <a:effectLst/>
                <a:uFillTx/>
                <a:latin typeface="Trebuchet MS"/>
              </a:defRPr>
            </a:lvl1pPr>
          </a:lstStyle>
          <a:p>
            <a:pPr indent="0" algn="l" defTabSz="457200">
              <a:lnSpc>
                <a:spcPct val="100000"/>
              </a:lnSpc>
              <a:buNone/>
              <a:tabLst>
                <a:tab pos="0" algn="l"/>
              </a:tabLst>
            </a:pPr>
            <a:r>
              <a:rPr lang="nl-NL" sz="2000" b="0" u="none" strike="noStrike">
                <a:solidFill>
                  <a:schemeClr val="accent1"/>
                </a:solidFill>
                <a:effectLst/>
                <a:uFillTx/>
                <a:latin typeface="Trebuchet MS"/>
              </a:rPr>
              <a:t>Klik om stijl te bewerken</a:t>
            </a:r>
            <a:endParaRPr lang="nl-NL" sz="2000" b="0" u="none" strike="noStrike">
              <a:solidFill>
                <a:schemeClr val="accent1"/>
              </a:solidFill>
              <a:effectLst/>
              <a:uFillTx/>
              <a:latin typeface="Trebuchet MS"/>
            </a:endParaRPr>
          </a:p>
        </p:txBody>
      </p:sp>
      <p:sp>
        <p:nvSpPr>
          <p:cNvPr id="137" name="PlaceHolder 2"/>
          <p:cNvSpPr>
            <a:spLocks noGrp="1"/>
          </p:cNvSpPr>
          <p:nvPr>
            <p:ph type="body"/>
          </p:nvPr>
        </p:nvSpPr>
        <p:spPr>
          <a:xfrm>
            <a:off x="4760640" y="514800"/>
            <a:ext cx="4512960" cy="5525640"/>
          </a:xfrm>
          <a:prstGeom prst="rect">
            <a:avLst/>
          </a:prstGeom>
          <a:noFill/>
          <a:ln w="0">
            <a:noFill/>
          </a:ln>
        </p:spPr>
        <p:txBody>
          <a:bodyPr lIns="91440" tIns="45720" rIns="91440" bIns="45720" anchor="t">
            <a:normAutofit/>
          </a:bodyPr>
          <a:lstStyle>
            <a:lvl1pPr algn="l" defTabSz="457200">
              <a:lnSpc>
                <a:spcPct val="100000"/>
              </a:lnSpc>
              <a:spcBef>
                <a:spcPts val="1001"/>
              </a:spcBef>
              <a:buClr>
                <a:srgbClr val="90C226"/>
              </a:buClr>
              <a:buSzPct val="80000"/>
              <a:buFont typeface="Wingdings 3" charset="2"/>
              <a:buChar char=""/>
              <a:defRPr lang="nl-NL"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nl-NL"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nl-NL"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nl-NL" sz="1600" b="0" u="none" strike="noStrike">
                <a:solidFill>
                  <a:schemeClr val="dk1">
                    <a:lumMod val="75000"/>
                    <a:lumOff val="25000"/>
                  </a:schemeClr>
                </a:solidFill>
                <a:effectLst/>
                <a:uFillTx/>
                <a:latin typeface="Trebuchet MS"/>
              </a:rPr>
              <a:t>Tweede niveau</a:t>
            </a:r>
            <a:endParaRPr lang="nl-NL" sz="1600" b="0" u="none" strike="noStrike">
              <a:solidFill>
                <a:schemeClr val="dk1">
                  <a:lumMod val="75000"/>
                  <a:lumOff val="25000"/>
                </a:schemeClr>
              </a:solidFill>
              <a:effectLst/>
              <a:uFillTx/>
              <a:latin typeface="Trebuchet MS"/>
            </a:endParaRPr>
          </a:p>
          <a:p>
            <a:pPr marL="1143000" lvl="2" indent="-228600" algn="l" defTabSz="457200">
              <a:lnSpc>
                <a:spcPct val="100000"/>
              </a:lnSpc>
              <a:spcBef>
                <a:spcPts val="1001"/>
              </a:spcBef>
              <a:buClr>
                <a:srgbClr val="90C226"/>
              </a:buClr>
              <a:buSzPct val="80000"/>
              <a:buFont typeface="Wingdings 3" charset="2"/>
              <a:buChar char=""/>
            </a:pPr>
            <a:r>
              <a:rPr lang="nl-NL" sz="1400" b="0" u="none" strike="noStrike">
                <a:solidFill>
                  <a:schemeClr val="dk1">
                    <a:lumMod val="75000"/>
                    <a:lumOff val="25000"/>
                  </a:schemeClr>
                </a:solidFill>
                <a:effectLst/>
                <a:uFillTx/>
                <a:latin typeface="Trebuchet MS"/>
              </a:rPr>
              <a:t>Derde niveau</a:t>
            </a:r>
            <a:endParaRPr lang="nl-NL" sz="1400" b="0" u="none" strike="noStrike">
              <a:solidFill>
                <a:schemeClr val="dk1">
                  <a:lumMod val="75000"/>
                  <a:lumOff val="25000"/>
                </a:schemeClr>
              </a:solidFill>
              <a:effectLst/>
              <a:uFillTx/>
              <a:latin typeface="Trebuchet MS"/>
            </a:endParaRPr>
          </a:p>
          <a:p>
            <a:pPr marL="1600200" lvl="3"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Vierde niveau</a:t>
            </a:r>
            <a:endParaRPr lang="nl-NL" sz="1200" b="0" u="none" strike="noStrike">
              <a:solidFill>
                <a:schemeClr val="dk1">
                  <a:lumMod val="75000"/>
                  <a:lumOff val="25000"/>
                </a:schemeClr>
              </a:solidFill>
              <a:effectLst/>
              <a:uFillTx/>
              <a:latin typeface="Trebuchet MS"/>
            </a:endParaRPr>
          </a:p>
          <a:p>
            <a:pPr marL="2057400" lvl="4"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Vijfde niveau</a:t>
            </a:r>
            <a:endParaRPr lang="nl-NL" sz="1200" b="0" u="none" strike="noStrike">
              <a:solidFill>
                <a:schemeClr val="dk1">
                  <a:lumMod val="75000"/>
                  <a:lumOff val="25000"/>
                </a:schemeClr>
              </a:solidFill>
              <a:effectLst/>
              <a:uFillTx/>
              <a:latin typeface="Trebuchet MS"/>
            </a:endParaRPr>
          </a:p>
        </p:txBody>
      </p:sp>
      <p:sp>
        <p:nvSpPr>
          <p:cNvPr id="138" name="PlaceHolder 3"/>
          <p:cNvSpPr>
            <a:spLocks noGrp="1"/>
          </p:cNvSpPr>
          <p:nvPr>
            <p:ph type="body"/>
          </p:nvPr>
        </p:nvSpPr>
        <p:spPr>
          <a:xfrm>
            <a:off x="677160" y="2777040"/>
            <a:ext cx="3853800" cy="258372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nl-NL" sz="14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nl-NL" sz="1400" b="0" u="none" strike="noStrike">
                <a:solidFill>
                  <a:schemeClr val="dk1">
                    <a:lumMod val="75000"/>
                    <a:lumOff val="25000"/>
                  </a:schemeClr>
                </a:solidFill>
                <a:effectLst/>
                <a:uFillTx/>
                <a:latin typeface="Trebuchet MS"/>
              </a:rPr>
              <a:t>Klikken om de tekststijl van het model te bewerken</a:t>
            </a:r>
            <a:endParaRPr lang="nl-NL" sz="1400" b="0" u="none" strike="noStrike">
              <a:solidFill>
                <a:schemeClr val="dk1">
                  <a:lumMod val="75000"/>
                  <a:lumOff val="25000"/>
                </a:schemeClr>
              </a:solidFill>
              <a:effectLst/>
              <a:uFillTx/>
              <a:latin typeface="Trebuchet MS"/>
            </a:endParaRPr>
          </a:p>
        </p:txBody>
      </p:sp>
      <p:sp>
        <p:nvSpPr>
          <p:cNvPr id="139" name="PlaceHolder 4"/>
          <p:cNvSpPr>
            <a:spLocks noGrp="1"/>
          </p:cNvSpPr>
          <p:nvPr>
            <p:ph type="dt" idx="19"/>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40" name="PlaceHolder 5"/>
          <p:cNvSpPr>
            <a:spLocks noGrp="1"/>
          </p:cNvSpPr>
          <p:nvPr>
            <p:ph type="ftr" idx="20"/>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41" name="PlaceHolder 6"/>
          <p:cNvSpPr>
            <a:spLocks noGrp="1"/>
          </p:cNvSpPr>
          <p:nvPr>
            <p:ph type="sldNum" idx="21"/>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B888DD7F-7473-4DC5-92AE-4677B7BB648D}"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fbeelding met bijschrift">
    <p:bg>
      <p:bgPr>
        <a:solidFill>
          <a:srgbClr val="FFFFFF"/>
        </a:solidFill>
      </p:bgPr>
    </p:bg>
    <p:spTree>
      <p:nvGrpSpPr>
        <p:cNvPr id="1" name=""/>
        <p:cNvGrpSpPr/>
        <p:nvPr/>
      </p:nvGrpSpPr>
      <p:grpSpPr>
        <a:xfrm>
          <a:off x="0" y="0"/>
          <a:ext cx="0" cy="0"/>
          <a:chOff x="0" y="0"/>
          <a:chExt cx="0" cy="0"/>
        </a:xfrm>
      </p:grpSpPr>
      <p:grpSp>
        <p:nvGrpSpPr>
          <p:cNvPr id="142" name="Group 6"/>
          <p:cNvGrpSpPr/>
          <p:nvPr/>
        </p:nvGrpSpPr>
        <p:grpSpPr>
          <a:xfrm>
            <a:off x="0" y="-8640"/>
            <a:ext cx="12191400" cy="6867000"/>
            <a:chOff x="0" y="-8640"/>
            <a:chExt cx="12191400" cy="6867000"/>
          </a:xfrm>
        </p:grpSpPr>
        <p:cxnSp>
          <p:nvCxnSpPr>
            <p:cNvPr id="143" name="Straight Connector 19"/>
            <p:cNvCxnSpPr/>
            <p:nvPr/>
          </p:nvCxnSpPr>
          <p:spPr>
            <a:xfrm>
              <a:off x="9370800" y="0"/>
              <a:ext cx="1220040" cy="6858720"/>
            </a:xfrm>
            <a:prstGeom prst="straightConnector1">
              <a:avLst/>
            </a:prstGeom>
            <a:ln cap="rnd" w="9525">
              <a:solidFill>
                <a:srgbClr val="BFBFBF"/>
              </a:solidFill>
              <a:round/>
            </a:ln>
          </p:spPr>
        </p:cxnSp>
        <p:cxnSp>
          <p:nvCxnSpPr>
            <p:cNvPr id="144"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145"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46"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47"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48"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49"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50"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51"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52"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153" name="PlaceHolder 1"/>
          <p:cNvSpPr>
            <a:spLocks noGrp="1"/>
          </p:cNvSpPr>
          <p:nvPr>
            <p:ph type="title"/>
          </p:nvPr>
        </p:nvSpPr>
        <p:spPr>
          <a:xfrm>
            <a:off x="677160" y="4800600"/>
            <a:ext cx="8596080" cy="565920"/>
          </a:xfrm>
          <a:prstGeom prst="rect">
            <a:avLst/>
          </a:prstGeom>
          <a:noFill/>
          <a:ln w="0">
            <a:noFill/>
          </a:ln>
        </p:spPr>
        <p:txBody>
          <a:bodyPr lIns="91440" tIns="45720" rIns="91440" bIns="45720" anchor="b">
            <a:normAutofit/>
          </a:bodyPr>
          <a:lstStyle>
            <a:lvl1pPr indent="0" algn="l" defTabSz="457200">
              <a:lnSpc>
                <a:spcPct val="100000"/>
              </a:lnSpc>
              <a:buNone/>
              <a:tabLst>
                <a:tab pos="0" algn="l"/>
              </a:tabLst>
              <a:defRPr lang="nl-NL" sz="2400" b="0" u="none" strike="noStrike">
                <a:solidFill>
                  <a:schemeClr val="accent1"/>
                </a:solidFill>
                <a:effectLst/>
                <a:uFillTx/>
                <a:latin typeface="Trebuchet MS"/>
              </a:defRPr>
            </a:lvl1pPr>
          </a:lstStyle>
          <a:p>
            <a:pPr indent="0" algn="l" defTabSz="457200">
              <a:lnSpc>
                <a:spcPct val="100000"/>
              </a:lnSpc>
              <a:buNone/>
              <a:tabLst>
                <a:tab pos="0" algn="l"/>
              </a:tabLst>
            </a:pPr>
            <a:r>
              <a:rPr lang="nl-NL" sz="2400" b="0" u="none" strike="noStrike">
                <a:solidFill>
                  <a:schemeClr val="accent1"/>
                </a:solidFill>
                <a:effectLst/>
                <a:uFillTx/>
                <a:latin typeface="Trebuchet MS"/>
              </a:rPr>
              <a:t>Klik om stijl te bewerken</a:t>
            </a:r>
            <a:endParaRPr lang="nl-NL" sz="2400" b="0" u="none" strike="noStrike">
              <a:solidFill>
                <a:schemeClr val="accent1"/>
              </a:solidFill>
              <a:effectLst/>
              <a:uFillTx/>
              <a:latin typeface="Trebuchet MS"/>
            </a:endParaRPr>
          </a:p>
        </p:txBody>
      </p:sp>
      <p:sp>
        <p:nvSpPr>
          <p:cNvPr id="154" name="PlaceHolder 2"/>
          <p:cNvSpPr>
            <a:spLocks noGrp="1"/>
          </p:cNvSpPr>
          <p:nvPr>
            <p:ph type="body"/>
          </p:nvPr>
        </p:nvSpPr>
        <p:spPr>
          <a:xfrm>
            <a:off x="677160" y="609480"/>
            <a:ext cx="8596080" cy="3845160"/>
          </a:xfrm>
          <a:prstGeom prst="rect">
            <a:avLst/>
          </a:prstGeom>
          <a:noFill/>
          <a:ln w="0">
            <a:noFill/>
          </a:ln>
        </p:spPr>
        <p:txBody>
          <a:bodyPr lIns="90000" tIns="45000" rIns="90000" bIns="45000" anchor="t">
            <a:normAutofit/>
          </a:bodyPr>
          <a:lstStyle>
            <a:lvl1pPr indent="0" algn="ctr" defTabSz="457200">
              <a:lnSpc>
                <a:spcPct val="100000"/>
              </a:lnSpc>
              <a:buNone/>
              <a:tabLst>
                <a:tab pos="0" algn="l"/>
              </a:tabLst>
              <a:defRPr lang="nl-NL" sz="1600" b="0" u="none" strike="noStrike">
                <a:solidFill>
                  <a:schemeClr val="dk1"/>
                </a:solidFill>
                <a:effectLst/>
                <a:uFillTx/>
                <a:latin typeface="Trebuchet MS"/>
              </a:defRPr>
            </a:lvl1pPr>
          </a:lstStyle>
          <a:p>
            <a:pPr indent="0" algn="ctr" defTabSz="457200">
              <a:lnSpc>
                <a:spcPct val="100000"/>
              </a:lnSpc>
              <a:buNone/>
              <a:tabLst>
                <a:tab pos="0" algn="l"/>
              </a:tabLst>
            </a:pPr>
            <a:r>
              <a:rPr lang="nl-NL" sz="1600" b="0" u="none" strike="noStrike">
                <a:solidFill>
                  <a:schemeClr val="dk1"/>
                </a:solidFill>
                <a:effectLst/>
                <a:uFillTx/>
                <a:latin typeface="Trebuchet MS"/>
              </a:rPr>
              <a:t>Klik op het pictogram als u een afbeelding wilt toevoegen</a:t>
            </a:r>
            <a:endParaRPr lang="nl-NL" sz="1600" b="0" u="none" strike="noStrike">
              <a:solidFill>
                <a:schemeClr val="dk1">
                  <a:lumMod val="75000"/>
                  <a:lumOff val="25000"/>
                </a:schemeClr>
              </a:solidFill>
              <a:effectLst/>
              <a:uFillTx/>
              <a:latin typeface="Trebuchet MS"/>
            </a:endParaRPr>
          </a:p>
        </p:txBody>
      </p:sp>
      <p:sp>
        <p:nvSpPr>
          <p:cNvPr id="155" name="PlaceHolder 3"/>
          <p:cNvSpPr>
            <a:spLocks noGrp="1"/>
          </p:cNvSpPr>
          <p:nvPr>
            <p:ph type="body"/>
          </p:nvPr>
        </p:nvSpPr>
        <p:spPr>
          <a:xfrm>
            <a:off x="677160" y="5367240"/>
            <a:ext cx="8596080" cy="67320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nl-NL" sz="12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nl-NL" sz="1200" b="0" u="none" strike="noStrike">
                <a:solidFill>
                  <a:schemeClr val="dk1">
                    <a:lumMod val="75000"/>
                    <a:lumOff val="25000"/>
                  </a:schemeClr>
                </a:solidFill>
                <a:effectLst/>
                <a:uFillTx/>
                <a:latin typeface="Trebuchet MS"/>
              </a:rPr>
              <a:t>Klikken om de tekststijl van het model te bewerken</a:t>
            </a:r>
            <a:endParaRPr lang="nl-NL" sz="1200" b="0" u="none" strike="noStrike">
              <a:solidFill>
                <a:schemeClr val="dk1">
                  <a:lumMod val="75000"/>
                  <a:lumOff val="25000"/>
                </a:schemeClr>
              </a:solidFill>
              <a:effectLst/>
              <a:uFillTx/>
              <a:latin typeface="Trebuchet MS"/>
            </a:endParaRPr>
          </a:p>
        </p:txBody>
      </p:sp>
      <p:sp>
        <p:nvSpPr>
          <p:cNvPr id="156" name="PlaceHolder 4"/>
          <p:cNvSpPr>
            <a:spLocks noGrp="1"/>
          </p:cNvSpPr>
          <p:nvPr>
            <p:ph type="dt" idx="22"/>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57" name="PlaceHolder 5"/>
          <p:cNvSpPr>
            <a:spLocks noGrp="1"/>
          </p:cNvSpPr>
          <p:nvPr>
            <p:ph type="ftr" idx="23"/>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8" name="PlaceHolder 6"/>
          <p:cNvSpPr>
            <a:spLocks noGrp="1"/>
          </p:cNvSpPr>
          <p:nvPr>
            <p:ph type="sldNum" idx="24"/>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67E5E362-8330-405E-9778-302FBBC5E558}"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 en bijschrift">
    <p:bg>
      <p:bgPr>
        <a:solidFill>
          <a:srgbClr val="FFFFFF"/>
        </a:solidFill>
      </p:bgPr>
    </p:bg>
    <p:spTree>
      <p:nvGrpSpPr>
        <p:cNvPr id="1" name=""/>
        <p:cNvGrpSpPr/>
        <p:nvPr/>
      </p:nvGrpSpPr>
      <p:grpSpPr>
        <a:xfrm>
          <a:off x="0" y="0"/>
          <a:ext cx="0" cy="0"/>
          <a:chOff x="0" y="0"/>
          <a:chExt cx="0" cy="0"/>
        </a:xfrm>
      </p:grpSpPr>
      <p:grpSp>
        <p:nvGrpSpPr>
          <p:cNvPr id="159" name="Group 6"/>
          <p:cNvGrpSpPr/>
          <p:nvPr/>
        </p:nvGrpSpPr>
        <p:grpSpPr>
          <a:xfrm>
            <a:off x="0" y="-8640"/>
            <a:ext cx="12191400" cy="6867000"/>
            <a:chOff x="0" y="-8640"/>
            <a:chExt cx="12191400" cy="6867000"/>
          </a:xfrm>
        </p:grpSpPr>
        <p:cxnSp>
          <p:nvCxnSpPr>
            <p:cNvPr id="160" name="Straight Connector 19"/>
            <p:cNvCxnSpPr/>
            <p:nvPr/>
          </p:nvCxnSpPr>
          <p:spPr>
            <a:xfrm>
              <a:off x="9370800" y="0"/>
              <a:ext cx="1220040" cy="6858720"/>
            </a:xfrm>
            <a:prstGeom prst="straightConnector1">
              <a:avLst/>
            </a:prstGeom>
            <a:ln cap="rnd" w="9525">
              <a:solidFill>
                <a:srgbClr val="BFBFBF"/>
              </a:solidFill>
              <a:round/>
            </a:ln>
          </p:spPr>
        </p:cxnSp>
        <p:cxnSp>
          <p:nvCxnSpPr>
            <p:cNvPr id="161"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162"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63"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64"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65"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66"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67"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68"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69"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170" name="PlaceHolder 1"/>
          <p:cNvSpPr>
            <a:spLocks noGrp="1"/>
          </p:cNvSpPr>
          <p:nvPr>
            <p:ph type="title"/>
          </p:nvPr>
        </p:nvSpPr>
        <p:spPr>
          <a:xfrm>
            <a:off x="677160" y="609480"/>
            <a:ext cx="8596080" cy="3402720"/>
          </a:xfrm>
          <a:prstGeom prst="rect">
            <a:avLst/>
          </a:prstGeom>
          <a:noFill/>
          <a:ln w="0">
            <a:noFill/>
          </a:ln>
        </p:spPr>
        <p:txBody>
          <a:bodyPr lIns="91440" tIns="45720" rIns="91440" bIns="45720" anchor="ctr">
            <a:normAutofit/>
          </a:bodyPr>
          <a:lstStyle>
            <a:lvl1pPr indent="0" algn="l" defTabSz="457200">
              <a:lnSpc>
                <a:spcPct val="100000"/>
              </a:lnSpc>
              <a:buNone/>
              <a:tabLst>
                <a:tab pos="0" algn="l"/>
              </a:tabLst>
              <a:defRPr lang="nl-NL" sz="4400" b="0" u="none" strike="noStrike">
                <a:solidFill>
                  <a:schemeClr val="accent1"/>
                </a:solidFill>
                <a:effectLst/>
                <a:uFillTx/>
                <a:latin typeface="Trebuchet MS"/>
              </a:defRPr>
            </a:lvl1pPr>
          </a:lstStyle>
          <a:p>
            <a:pPr indent="0" algn="l" defTabSz="457200">
              <a:lnSpc>
                <a:spcPct val="100000"/>
              </a:lnSpc>
              <a:buNone/>
              <a:tabLst>
                <a:tab pos="0" algn="l"/>
              </a:tabLst>
            </a:pPr>
            <a:r>
              <a:rPr lang="nl-NL" sz="4400" b="0" u="none" strike="noStrike">
                <a:solidFill>
                  <a:schemeClr val="accent1"/>
                </a:solidFill>
                <a:effectLst/>
                <a:uFillTx/>
                <a:latin typeface="Trebuchet MS"/>
              </a:rPr>
              <a:t>Klik om stijl te bewerken</a:t>
            </a:r>
            <a:endParaRPr lang="nl-NL" sz="4400" b="0" u="none" strike="noStrike">
              <a:solidFill>
                <a:schemeClr val="accent1"/>
              </a:solidFill>
              <a:effectLst/>
              <a:uFillTx/>
              <a:latin typeface="Trebuchet MS"/>
            </a:endParaRPr>
          </a:p>
        </p:txBody>
      </p:sp>
      <p:sp>
        <p:nvSpPr>
          <p:cNvPr id="171" name="PlaceHolder 2"/>
          <p:cNvSpPr>
            <a:spLocks noGrp="1"/>
          </p:cNvSpPr>
          <p:nvPr>
            <p:ph type="body"/>
          </p:nvPr>
        </p:nvSpPr>
        <p:spPr>
          <a:xfrm>
            <a:off x="677160" y="4470480"/>
            <a:ext cx="8596080" cy="1570320"/>
          </a:xfrm>
          <a:prstGeom prst="rect">
            <a:avLst/>
          </a:prstGeom>
          <a:noFill/>
          <a:ln w="0">
            <a:noFill/>
          </a:ln>
        </p:spPr>
        <p:txBody>
          <a:bodyPr lIns="91440" tIns="45720" rIns="91440" bIns="45720" anchor="ctr">
            <a:normAutofit/>
          </a:bodyPr>
          <a:lstStyle>
            <a:lvl1pPr indent="0" algn="l" defTabSz="457200">
              <a:lnSpc>
                <a:spcPct val="100000"/>
              </a:lnSpc>
              <a:spcBef>
                <a:spcPts val="1001"/>
              </a:spcBef>
              <a:buNone/>
              <a:tabLst>
                <a:tab pos="0" algn="l"/>
              </a:tabLst>
              <a:defRPr lang="nl-NL" sz="18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p:txBody>
      </p:sp>
      <p:sp>
        <p:nvSpPr>
          <p:cNvPr id="172" name="PlaceHolder 3"/>
          <p:cNvSpPr>
            <a:spLocks noGrp="1"/>
          </p:cNvSpPr>
          <p:nvPr>
            <p:ph type="dt" idx="25"/>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73" name="PlaceHolder 4"/>
          <p:cNvSpPr>
            <a:spLocks noGrp="1"/>
          </p:cNvSpPr>
          <p:nvPr>
            <p:ph type="ftr" idx="26"/>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74" name="PlaceHolder 5"/>
          <p:cNvSpPr>
            <a:spLocks noGrp="1"/>
          </p:cNvSpPr>
          <p:nvPr>
            <p:ph type="sldNum" idx="27"/>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CD8DE113-19FC-4286-A604-AFCC0B07D8AA}"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iteraat met bijschrift">
    <p:bg>
      <p:bgPr>
        <a:solidFill>
          <a:srgbClr val="FFFFFF"/>
        </a:solidFill>
      </p:bgPr>
    </p:bg>
    <p:spTree>
      <p:nvGrpSpPr>
        <p:cNvPr id="1" name=""/>
        <p:cNvGrpSpPr/>
        <p:nvPr/>
      </p:nvGrpSpPr>
      <p:grpSpPr>
        <a:xfrm>
          <a:off x="0" y="0"/>
          <a:ext cx="0" cy="0"/>
          <a:chOff x="0" y="0"/>
          <a:chExt cx="0" cy="0"/>
        </a:xfrm>
      </p:grpSpPr>
      <p:grpSp>
        <p:nvGrpSpPr>
          <p:cNvPr id="175" name="Group 6"/>
          <p:cNvGrpSpPr/>
          <p:nvPr/>
        </p:nvGrpSpPr>
        <p:grpSpPr>
          <a:xfrm>
            <a:off x="0" y="-8640"/>
            <a:ext cx="12191400" cy="6867000"/>
            <a:chOff x="0" y="-8640"/>
            <a:chExt cx="12191400" cy="6867000"/>
          </a:xfrm>
        </p:grpSpPr>
        <p:cxnSp>
          <p:nvCxnSpPr>
            <p:cNvPr id="176" name="Straight Connector 19"/>
            <p:cNvCxnSpPr/>
            <p:nvPr/>
          </p:nvCxnSpPr>
          <p:spPr>
            <a:xfrm>
              <a:off x="9370800" y="0"/>
              <a:ext cx="1220040" cy="6858720"/>
            </a:xfrm>
            <a:prstGeom prst="straightConnector1">
              <a:avLst/>
            </a:prstGeom>
            <a:ln cap="rnd" w="9525">
              <a:solidFill>
                <a:srgbClr val="BFBFBF"/>
              </a:solidFill>
              <a:round/>
            </a:ln>
          </p:spPr>
        </p:cxnSp>
        <p:cxnSp>
          <p:nvCxnSpPr>
            <p:cNvPr id="177"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178"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79"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80"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81"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82"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83"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84"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85"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186" name="PlaceHolder 1"/>
          <p:cNvSpPr>
            <a:spLocks noGrp="1"/>
          </p:cNvSpPr>
          <p:nvPr>
            <p:ph type="title"/>
          </p:nvPr>
        </p:nvSpPr>
        <p:spPr>
          <a:xfrm>
            <a:off x="931320" y="609480"/>
            <a:ext cx="8093520" cy="3021840"/>
          </a:xfrm>
          <a:prstGeom prst="rect">
            <a:avLst/>
          </a:prstGeom>
          <a:noFill/>
          <a:ln w="0">
            <a:noFill/>
          </a:ln>
        </p:spPr>
        <p:txBody>
          <a:bodyPr lIns="91440" tIns="45720" rIns="91440" bIns="45720" anchor="ctr">
            <a:normAutofit/>
          </a:bodyPr>
          <a:lstStyle>
            <a:lvl1pPr indent="0" algn="l" defTabSz="457200">
              <a:lnSpc>
                <a:spcPct val="100000"/>
              </a:lnSpc>
              <a:buNone/>
              <a:tabLst>
                <a:tab pos="0" algn="l"/>
              </a:tabLst>
              <a:defRPr lang="nl-NL" sz="4400" b="0" u="none" strike="noStrike">
                <a:solidFill>
                  <a:schemeClr val="accent1"/>
                </a:solidFill>
                <a:effectLst/>
                <a:uFillTx/>
                <a:latin typeface="Trebuchet MS"/>
              </a:defRPr>
            </a:lvl1pPr>
          </a:lstStyle>
          <a:p>
            <a:pPr indent="0" algn="l" defTabSz="457200">
              <a:lnSpc>
                <a:spcPct val="100000"/>
              </a:lnSpc>
              <a:buNone/>
              <a:tabLst>
                <a:tab pos="0" algn="l"/>
              </a:tabLst>
            </a:pPr>
            <a:r>
              <a:rPr lang="nl-NL" sz="4400" b="0" u="none" strike="noStrike">
                <a:solidFill>
                  <a:schemeClr val="accent1"/>
                </a:solidFill>
                <a:effectLst/>
                <a:uFillTx/>
                <a:latin typeface="Trebuchet MS"/>
              </a:rPr>
              <a:t>Klik om stijl te bewerken</a:t>
            </a:r>
            <a:endParaRPr lang="nl-NL" sz="4400" b="0" u="none" strike="noStrike">
              <a:solidFill>
                <a:schemeClr val="accent1"/>
              </a:solidFill>
              <a:effectLst/>
              <a:uFillTx/>
              <a:latin typeface="Trebuchet MS"/>
            </a:endParaRPr>
          </a:p>
        </p:txBody>
      </p:sp>
      <p:sp>
        <p:nvSpPr>
          <p:cNvPr id="187" name="PlaceHolder 2"/>
          <p:cNvSpPr>
            <a:spLocks noGrp="1"/>
          </p:cNvSpPr>
          <p:nvPr>
            <p:ph type="body"/>
          </p:nvPr>
        </p:nvSpPr>
        <p:spPr>
          <a:xfrm>
            <a:off x="1366200" y="3632040"/>
            <a:ext cx="7223760" cy="380160"/>
          </a:xfrm>
          <a:prstGeom prst="rect">
            <a:avLst/>
          </a:prstGeom>
          <a:noFill/>
          <a:ln w="0">
            <a:noFill/>
          </a:ln>
        </p:spPr>
        <p:txBody>
          <a:bodyPr lIns="91440" tIns="45720" rIns="91440" bIns="45720" anchor="ctr">
            <a:noAutofit/>
          </a:bodyPr>
          <a:lstStyle>
            <a:lvl1pPr indent="0" algn="l" defTabSz="457200">
              <a:lnSpc>
                <a:spcPct val="100000"/>
              </a:lnSpc>
              <a:spcBef>
                <a:spcPts val="1001"/>
              </a:spcBef>
              <a:buNone/>
              <a:tabLst>
                <a:tab pos="0" algn="l"/>
              </a:tabLst>
              <a:defRPr lang="nl-NL" sz="1600" b="0" u="none" strike="noStrike">
                <a:solidFill>
                  <a:schemeClr val="dk1">
                    <a:lumMod val="50000"/>
                    <a:lumOff val="50000"/>
                  </a:schemeClr>
                </a:solidFill>
                <a:effectLst/>
                <a:uFillTx/>
                <a:latin typeface="Trebuchet MS"/>
              </a:defRPr>
            </a:lvl1pPr>
          </a:lstStyle>
          <a:p>
            <a:pPr indent="0" algn="l" defTabSz="457200">
              <a:lnSpc>
                <a:spcPct val="100000"/>
              </a:lnSpc>
              <a:spcBef>
                <a:spcPts val="1001"/>
              </a:spcBef>
              <a:buNone/>
              <a:tabLst>
                <a:tab pos="0" algn="l"/>
              </a:tabLst>
            </a:pPr>
            <a:r>
              <a:rPr lang="nl-NL" sz="1600" b="0" u="none" strike="noStrike">
                <a:solidFill>
                  <a:schemeClr val="dk1">
                    <a:lumMod val="50000"/>
                    <a:lumOff val="50000"/>
                  </a:schemeClr>
                </a:solidFill>
                <a:effectLst/>
                <a:uFillTx/>
                <a:latin typeface="Trebuchet MS"/>
              </a:rPr>
              <a:t>Klikken om de tekststijl van het model te bewerken</a:t>
            </a:r>
            <a:endParaRPr lang="nl-NL" sz="1600" b="0" u="none" strike="noStrike">
              <a:solidFill>
                <a:schemeClr val="dk1">
                  <a:lumMod val="75000"/>
                  <a:lumOff val="25000"/>
                </a:schemeClr>
              </a:solidFill>
              <a:effectLst/>
              <a:uFillTx/>
              <a:latin typeface="Trebuchet MS"/>
            </a:endParaRPr>
          </a:p>
        </p:txBody>
      </p:sp>
      <p:sp>
        <p:nvSpPr>
          <p:cNvPr id="188" name="PlaceHolder 3"/>
          <p:cNvSpPr>
            <a:spLocks noGrp="1"/>
          </p:cNvSpPr>
          <p:nvPr>
            <p:ph type="body"/>
          </p:nvPr>
        </p:nvSpPr>
        <p:spPr>
          <a:xfrm>
            <a:off x="677160" y="4470480"/>
            <a:ext cx="8596080" cy="1570320"/>
          </a:xfrm>
          <a:prstGeom prst="rect">
            <a:avLst/>
          </a:prstGeom>
          <a:noFill/>
          <a:ln w="0">
            <a:noFill/>
          </a:ln>
        </p:spPr>
        <p:txBody>
          <a:bodyPr lIns="91440" tIns="45720" rIns="91440" bIns="45720" anchor="ctr">
            <a:normAutofit/>
          </a:bodyPr>
          <a:lstStyle>
            <a:lvl1pPr indent="0" algn="l" defTabSz="457200">
              <a:lnSpc>
                <a:spcPct val="100000"/>
              </a:lnSpc>
              <a:spcBef>
                <a:spcPts val="1001"/>
              </a:spcBef>
              <a:buNone/>
              <a:tabLst>
                <a:tab pos="0" algn="l"/>
              </a:tabLst>
              <a:defRPr lang="nl-NL" sz="18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p:txBody>
      </p:sp>
      <p:sp>
        <p:nvSpPr>
          <p:cNvPr id="189" name="PlaceHolder 4"/>
          <p:cNvSpPr>
            <a:spLocks noGrp="1"/>
          </p:cNvSpPr>
          <p:nvPr>
            <p:ph type="dt" idx="28"/>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90" name="PlaceHolder 5"/>
          <p:cNvSpPr>
            <a:spLocks noGrp="1"/>
          </p:cNvSpPr>
          <p:nvPr>
            <p:ph type="ftr" idx="29"/>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91" name="PlaceHolder 6"/>
          <p:cNvSpPr>
            <a:spLocks noGrp="1"/>
          </p:cNvSpPr>
          <p:nvPr>
            <p:ph type="sldNum" idx="30"/>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092589B5-16EE-4B63-865C-EC04B7F00CB7}"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92" name="TextBox 19"/>
          <p:cNvSpPr/>
          <p:nvPr/>
        </p:nvSpPr>
        <p:spPr>
          <a:xfrm>
            <a:off x="541800" y="790200"/>
            <a:ext cx="608760" cy="58392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Arial"/>
            </a:endParaRPr>
          </a:p>
        </p:txBody>
      </p:sp>
      <p:sp>
        <p:nvSpPr>
          <p:cNvPr id="193" name="TextBox 21"/>
          <p:cNvSpPr/>
          <p:nvPr/>
        </p:nvSpPr>
        <p:spPr>
          <a:xfrm>
            <a:off x="8893080" y="2886480"/>
            <a:ext cx="608760" cy="58392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Naamkaartje">
    <p:bg>
      <p:bgPr>
        <a:solidFill>
          <a:srgbClr val="FFFFFF"/>
        </a:solidFill>
      </p:bgPr>
    </p:bg>
    <p:spTree>
      <p:nvGrpSpPr>
        <p:cNvPr id="1" name=""/>
        <p:cNvGrpSpPr/>
        <p:nvPr/>
      </p:nvGrpSpPr>
      <p:grpSpPr>
        <a:xfrm>
          <a:off x="0" y="0"/>
          <a:ext cx="0" cy="0"/>
          <a:chOff x="0" y="0"/>
          <a:chExt cx="0" cy="0"/>
        </a:xfrm>
      </p:grpSpPr>
      <p:grpSp>
        <p:nvGrpSpPr>
          <p:cNvPr id="194" name="Group 6"/>
          <p:cNvGrpSpPr/>
          <p:nvPr/>
        </p:nvGrpSpPr>
        <p:grpSpPr>
          <a:xfrm>
            <a:off x="0" y="-8640"/>
            <a:ext cx="12191400" cy="6867000"/>
            <a:chOff x="0" y="-8640"/>
            <a:chExt cx="12191400" cy="6867000"/>
          </a:xfrm>
        </p:grpSpPr>
        <p:cxnSp>
          <p:nvCxnSpPr>
            <p:cNvPr id="195" name="Straight Connector 19"/>
            <p:cNvCxnSpPr/>
            <p:nvPr/>
          </p:nvCxnSpPr>
          <p:spPr>
            <a:xfrm>
              <a:off x="9370800" y="0"/>
              <a:ext cx="1220040" cy="6858720"/>
            </a:xfrm>
            <a:prstGeom prst="straightConnector1">
              <a:avLst/>
            </a:prstGeom>
            <a:ln cap="rnd" w="9525">
              <a:solidFill>
                <a:srgbClr val="BFBFBF"/>
              </a:solidFill>
              <a:round/>
            </a:ln>
          </p:spPr>
        </p:cxnSp>
        <p:cxnSp>
          <p:nvCxnSpPr>
            <p:cNvPr id="196"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197"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98"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99"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00"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01"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02"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03"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04"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205" name="PlaceHolder 1"/>
          <p:cNvSpPr>
            <a:spLocks noGrp="1"/>
          </p:cNvSpPr>
          <p:nvPr>
            <p:ph type="title"/>
          </p:nvPr>
        </p:nvSpPr>
        <p:spPr>
          <a:xfrm>
            <a:off x="677160" y="1932120"/>
            <a:ext cx="8596080" cy="2594880"/>
          </a:xfrm>
          <a:prstGeom prst="rect">
            <a:avLst/>
          </a:prstGeom>
          <a:noFill/>
          <a:ln w="0">
            <a:noFill/>
          </a:ln>
        </p:spPr>
        <p:txBody>
          <a:bodyPr lIns="91440" tIns="45720" rIns="91440" bIns="45720" anchor="b">
            <a:normAutofit/>
          </a:bodyPr>
          <a:lstStyle>
            <a:lvl1pPr indent="0" algn="l" defTabSz="457200">
              <a:lnSpc>
                <a:spcPct val="100000"/>
              </a:lnSpc>
              <a:buNone/>
              <a:tabLst>
                <a:tab pos="0" algn="l"/>
              </a:tabLst>
              <a:defRPr lang="nl-NL" sz="4400" b="0" u="none" strike="noStrike">
                <a:solidFill>
                  <a:schemeClr val="accent1"/>
                </a:solidFill>
                <a:effectLst/>
                <a:uFillTx/>
                <a:latin typeface="Trebuchet MS"/>
              </a:defRPr>
            </a:lvl1pPr>
          </a:lstStyle>
          <a:p>
            <a:pPr indent="0" algn="l" defTabSz="457200">
              <a:lnSpc>
                <a:spcPct val="100000"/>
              </a:lnSpc>
              <a:buNone/>
              <a:tabLst>
                <a:tab pos="0" algn="l"/>
              </a:tabLst>
            </a:pPr>
            <a:r>
              <a:rPr lang="nl-NL" sz="4400" b="0" u="none" strike="noStrike">
                <a:solidFill>
                  <a:schemeClr val="accent1"/>
                </a:solidFill>
                <a:effectLst/>
                <a:uFillTx/>
                <a:latin typeface="Trebuchet MS"/>
              </a:rPr>
              <a:t>Klik om stijl te bewerken</a:t>
            </a:r>
            <a:endParaRPr lang="nl-NL" sz="4400" b="0" u="none" strike="noStrike">
              <a:solidFill>
                <a:schemeClr val="accent1"/>
              </a:solidFill>
              <a:effectLst/>
              <a:uFillTx/>
              <a:latin typeface="Trebuchet MS"/>
            </a:endParaRPr>
          </a:p>
        </p:txBody>
      </p:sp>
      <p:sp>
        <p:nvSpPr>
          <p:cNvPr id="206" name="PlaceHolder 2"/>
          <p:cNvSpPr>
            <a:spLocks noGrp="1"/>
          </p:cNvSpPr>
          <p:nvPr>
            <p:ph type="body"/>
          </p:nvPr>
        </p:nvSpPr>
        <p:spPr>
          <a:xfrm>
            <a:off x="677160" y="4527360"/>
            <a:ext cx="8596080" cy="151308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nl-NL" sz="18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p:txBody>
      </p:sp>
      <p:sp>
        <p:nvSpPr>
          <p:cNvPr id="207" name="PlaceHolder 3"/>
          <p:cNvSpPr>
            <a:spLocks noGrp="1"/>
          </p:cNvSpPr>
          <p:nvPr>
            <p:ph type="dt" idx="31"/>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208" name="PlaceHolder 4"/>
          <p:cNvSpPr>
            <a:spLocks noGrp="1"/>
          </p:cNvSpPr>
          <p:nvPr>
            <p:ph type="ftr" idx="32"/>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9" name="PlaceHolder 5"/>
          <p:cNvSpPr>
            <a:spLocks noGrp="1"/>
          </p:cNvSpPr>
          <p:nvPr>
            <p:ph type="sldNum" idx="33"/>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CCCDCB98-7655-43E8-A7B0-9CA2A43E5DEB}"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fferte naamkaartje">
    <p:bg>
      <p:bgPr>
        <a:solidFill>
          <a:srgbClr val="FFFFFF"/>
        </a:solidFill>
      </p:bgPr>
    </p:bg>
    <p:spTree>
      <p:nvGrpSpPr>
        <p:cNvPr id="1" name=""/>
        <p:cNvGrpSpPr/>
        <p:nvPr/>
      </p:nvGrpSpPr>
      <p:grpSpPr>
        <a:xfrm>
          <a:off x="0" y="0"/>
          <a:ext cx="0" cy="0"/>
          <a:chOff x="0" y="0"/>
          <a:chExt cx="0" cy="0"/>
        </a:xfrm>
      </p:grpSpPr>
      <p:grpSp>
        <p:nvGrpSpPr>
          <p:cNvPr id="210" name="Group 6"/>
          <p:cNvGrpSpPr/>
          <p:nvPr/>
        </p:nvGrpSpPr>
        <p:grpSpPr>
          <a:xfrm>
            <a:off x="0" y="-8640"/>
            <a:ext cx="12191400" cy="6867000"/>
            <a:chOff x="0" y="-8640"/>
            <a:chExt cx="12191400" cy="6867000"/>
          </a:xfrm>
        </p:grpSpPr>
        <p:cxnSp>
          <p:nvCxnSpPr>
            <p:cNvPr id="211" name="Straight Connector 19"/>
            <p:cNvCxnSpPr/>
            <p:nvPr/>
          </p:nvCxnSpPr>
          <p:spPr>
            <a:xfrm>
              <a:off x="9370800" y="0"/>
              <a:ext cx="1220040" cy="6858720"/>
            </a:xfrm>
            <a:prstGeom prst="straightConnector1">
              <a:avLst/>
            </a:prstGeom>
            <a:ln cap="rnd" w="9525">
              <a:solidFill>
                <a:srgbClr val="BFBFBF"/>
              </a:solidFill>
              <a:round/>
            </a:ln>
          </p:spPr>
        </p:cxnSp>
        <p:cxnSp>
          <p:nvCxnSpPr>
            <p:cNvPr id="212"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213"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14"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15"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16"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17"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18"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19"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20"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221" name="PlaceHolder 1"/>
          <p:cNvSpPr>
            <a:spLocks noGrp="1"/>
          </p:cNvSpPr>
          <p:nvPr>
            <p:ph type="title"/>
          </p:nvPr>
        </p:nvSpPr>
        <p:spPr>
          <a:xfrm>
            <a:off x="931320" y="609480"/>
            <a:ext cx="8093520" cy="3021840"/>
          </a:xfrm>
          <a:prstGeom prst="rect">
            <a:avLst/>
          </a:prstGeom>
          <a:noFill/>
          <a:ln w="0">
            <a:noFill/>
          </a:ln>
        </p:spPr>
        <p:txBody>
          <a:bodyPr lIns="91440" tIns="45720" rIns="91440" bIns="45720" anchor="ctr">
            <a:normAutofit/>
          </a:bodyPr>
          <a:lstStyle>
            <a:lvl1pPr indent="0" algn="l" defTabSz="457200">
              <a:lnSpc>
                <a:spcPct val="100000"/>
              </a:lnSpc>
              <a:buNone/>
              <a:tabLst>
                <a:tab pos="0" algn="l"/>
              </a:tabLst>
              <a:defRPr lang="nl-NL" sz="4400" b="0" u="none" strike="noStrike">
                <a:solidFill>
                  <a:schemeClr val="accent1"/>
                </a:solidFill>
                <a:effectLst/>
                <a:uFillTx/>
                <a:latin typeface="Trebuchet MS"/>
              </a:defRPr>
            </a:lvl1pPr>
          </a:lstStyle>
          <a:p>
            <a:pPr indent="0" algn="l" defTabSz="457200">
              <a:lnSpc>
                <a:spcPct val="100000"/>
              </a:lnSpc>
              <a:buNone/>
              <a:tabLst>
                <a:tab pos="0" algn="l"/>
              </a:tabLst>
            </a:pPr>
            <a:r>
              <a:rPr lang="nl-NL" sz="4400" b="0" u="none" strike="noStrike">
                <a:solidFill>
                  <a:schemeClr val="accent1"/>
                </a:solidFill>
                <a:effectLst/>
                <a:uFillTx/>
                <a:latin typeface="Trebuchet MS"/>
              </a:rPr>
              <a:t>Klik om stijl te bewerken</a:t>
            </a:r>
            <a:endParaRPr lang="nl-NL" sz="4400" b="0" u="none" strike="noStrike">
              <a:solidFill>
                <a:schemeClr val="accent1"/>
              </a:solidFill>
              <a:effectLst/>
              <a:uFillTx/>
              <a:latin typeface="Trebuchet MS"/>
            </a:endParaRPr>
          </a:p>
        </p:txBody>
      </p:sp>
      <p:sp>
        <p:nvSpPr>
          <p:cNvPr id="222" name="PlaceHolder 2"/>
          <p:cNvSpPr>
            <a:spLocks noGrp="1"/>
          </p:cNvSpPr>
          <p:nvPr>
            <p:ph type="body"/>
          </p:nvPr>
        </p:nvSpPr>
        <p:spPr>
          <a:xfrm>
            <a:off x="677160" y="4013280"/>
            <a:ext cx="8596080" cy="513360"/>
          </a:xfrm>
          <a:prstGeom prst="rect">
            <a:avLst/>
          </a:prstGeom>
          <a:noFill/>
          <a:ln w="0">
            <a:noFill/>
          </a:ln>
        </p:spPr>
        <p:txBody>
          <a:bodyPr lIns="91440" tIns="45720" rIns="91440" bIns="45720" anchor="b">
            <a:noAutofit/>
          </a:bodyPr>
          <a:lstStyle>
            <a:lvl1pPr indent="0" algn="l" defTabSz="457200">
              <a:lnSpc>
                <a:spcPct val="100000"/>
              </a:lnSpc>
              <a:spcBef>
                <a:spcPts val="1001"/>
              </a:spcBef>
              <a:buNone/>
              <a:tabLst>
                <a:tab pos="0" algn="l"/>
              </a:tabLst>
              <a:defRPr lang="nl-NL" sz="24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nl-NL" sz="2400" b="0" u="none" strike="noStrike">
                <a:solidFill>
                  <a:schemeClr val="dk1">
                    <a:lumMod val="75000"/>
                    <a:lumOff val="25000"/>
                  </a:schemeClr>
                </a:solidFill>
                <a:effectLst/>
                <a:uFillTx/>
                <a:latin typeface="Trebuchet MS"/>
              </a:rPr>
              <a:t>Klikken om de tekststijl van het model te bewerken</a:t>
            </a:r>
            <a:endParaRPr lang="nl-NL" sz="2400" b="0" u="none" strike="noStrike">
              <a:solidFill>
                <a:schemeClr val="dk1">
                  <a:lumMod val="50000"/>
                  <a:lumOff val="50000"/>
                </a:schemeClr>
              </a:solidFill>
              <a:effectLst/>
              <a:uFillTx/>
              <a:latin typeface="Trebuchet MS"/>
            </a:endParaRPr>
          </a:p>
        </p:txBody>
      </p:sp>
      <p:sp>
        <p:nvSpPr>
          <p:cNvPr id="223" name="PlaceHolder 3"/>
          <p:cNvSpPr>
            <a:spLocks noGrp="1"/>
          </p:cNvSpPr>
          <p:nvPr>
            <p:ph type="body"/>
          </p:nvPr>
        </p:nvSpPr>
        <p:spPr>
          <a:xfrm>
            <a:off x="677160" y="4527360"/>
            <a:ext cx="8596080" cy="151308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nl-NL" sz="1800" b="0" u="none" strike="noStrike">
                <a:solidFill>
                  <a:schemeClr val="dk1">
                    <a:lumMod val="50000"/>
                    <a:lumOff val="50000"/>
                  </a:schemeClr>
                </a:solidFill>
                <a:effectLst/>
                <a:uFillTx/>
                <a:latin typeface="Trebuchet MS"/>
              </a:defRPr>
            </a:lvl1pPr>
          </a:lstStyle>
          <a:p>
            <a:pPr indent="0" algn="l" defTabSz="457200">
              <a:lnSpc>
                <a:spcPct val="100000"/>
              </a:lnSpc>
              <a:spcBef>
                <a:spcPts val="1001"/>
              </a:spcBef>
              <a:buNone/>
              <a:tabLst>
                <a:tab pos="0" algn="l"/>
              </a:tabLst>
            </a:pPr>
            <a:r>
              <a:rPr lang="nl-NL" sz="1800" b="0" u="none" strike="noStrike">
                <a:solidFill>
                  <a:schemeClr val="dk1">
                    <a:lumMod val="50000"/>
                    <a:lumOff val="50000"/>
                  </a:schemeClr>
                </a:solidFill>
                <a:effectLst/>
                <a:uFillTx/>
                <a:latin typeface="Trebuchet MS"/>
              </a:rPr>
              <a:t>Klikken om de tekststijl van het model te bewerken</a:t>
            </a:r>
            <a:endParaRPr lang="nl-NL" sz="1800" b="0" u="none" strike="noStrike">
              <a:solidFill>
                <a:schemeClr val="dk1">
                  <a:lumMod val="50000"/>
                  <a:lumOff val="50000"/>
                </a:schemeClr>
              </a:solidFill>
              <a:effectLst/>
              <a:uFillTx/>
              <a:latin typeface="Trebuchet MS"/>
            </a:endParaRPr>
          </a:p>
        </p:txBody>
      </p:sp>
      <p:sp>
        <p:nvSpPr>
          <p:cNvPr id="224" name="PlaceHolder 4"/>
          <p:cNvSpPr>
            <a:spLocks noGrp="1"/>
          </p:cNvSpPr>
          <p:nvPr>
            <p:ph type="dt" idx="34"/>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225" name="PlaceHolder 5"/>
          <p:cNvSpPr>
            <a:spLocks noGrp="1"/>
          </p:cNvSpPr>
          <p:nvPr>
            <p:ph type="ftr" idx="35"/>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26" name="PlaceHolder 6"/>
          <p:cNvSpPr>
            <a:spLocks noGrp="1"/>
          </p:cNvSpPr>
          <p:nvPr>
            <p:ph type="sldNum" idx="36"/>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D4F69BB7-23D6-42F9-B310-A241337785B6}"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27" name="TextBox 23"/>
          <p:cNvSpPr/>
          <p:nvPr/>
        </p:nvSpPr>
        <p:spPr>
          <a:xfrm>
            <a:off x="541800" y="790200"/>
            <a:ext cx="608760" cy="58392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Arial"/>
            </a:endParaRPr>
          </a:p>
        </p:txBody>
      </p:sp>
      <p:sp>
        <p:nvSpPr>
          <p:cNvPr id="228" name="TextBox 24"/>
          <p:cNvSpPr/>
          <p:nvPr/>
        </p:nvSpPr>
        <p:spPr>
          <a:xfrm>
            <a:off x="8893080" y="2886480"/>
            <a:ext cx="608760" cy="58392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aar of onwaar">
    <p:bg>
      <p:bgPr>
        <a:solidFill>
          <a:srgbClr val="FFFFFF"/>
        </a:solidFill>
      </p:bgPr>
    </p:bg>
    <p:spTree>
      <p:nvGrpSpPr>
        <p:cNvPr id="1" name=""/>
        <p:cNvGrpSpPr/>
        <p:nvPr/>
      </p:nvGrpSpPr>
      <p:grpSpPr>
        <a:xfrm>
          <a:off x="0" y="0"/>
          <a:ext cx="0" cy="0"/>
          <a:chOff x="0" y="0"/>
          <a:chExt cx="0" cy="0"/>
        </a:xfrm>
      </p:grpSpPr>
      <p:grpSp>
        <p:nvGrpSpPr>
          <p:cNvPr id="229" name="Group 6"/>
          <p:cNvGrpSpPr/>
          <p:nvPr/>
        </p:nvGrpSpPr>
        <p:grpSpPr>
          <a:xfrm>
            <a:off x="0" y="-8640"/>
            <a:ext cx="12191400" cy="6867000"/>
            <a:chOff x="0" y="-8640"/>
            <a:chExt cx="12191400" cy="6867000"/>
          </a:xfrm>
        </p:grpSpPr>
        <p:cxnSp>
          <p:nvCxnSpPr>
            <p:cNvPr id="230" name="Straight Connector 19"/>
            <p:cNvCxnSpPr/>
            <p:nvPr/>
          </p:nvCxnSpPr>
          <p:spPr>
            <a:xfrm>
              <a:off x="9370800" y="0"/>
              <a:ext cx="1220040" cy="6858720"/>
            </a:xfrm>
            <a:prstGeom prst="straightConnector1">
              <a:avLst/>
            </a:prstGeom>
            <a:ln cap="rnd" w="9525">
              <a:solidFill>
                <a:srgbClr val="BFBFBF"/>
              </a:solidFill>
              <a:round/>
            </a:ln>
          </p:spPr>
        </p:cxnSp>
        <p:cxnSp>
          <p:nvCxnSpPr>
            <p:cNvPr id="231"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232"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33"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34"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35"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36"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37"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38"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39"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240" name="PlaceHolder 1"/>
          <p:cNvSpPr>
            <a:spLocks noGrp="1"/>
          </p:cNvSpPr>
          <p:nvPr>
            <p:ph type="title"/>
          </p:nvPr>
        </p:nvSpPr>
        <p:spPr>
          <a:xfrm>
            <a:off x="685800" y="609480"/>
            <a:ext cx="8587440" cy="3021840"/>
          </a:xfrm>
          <a:prstGeom prst="rect">
            <a:avLst/>
          </a:prstGeom>
          <a:noFill/>
          <a:ln w="0">
            <a:noFill/>
          </a:ln>
        </p:spPr>
        <p:txBody>
          <a:bodyPr lIns="91440" tIns="45720" rIns="91440" bIns="45720" anchor="ctr">
            <a:normAutofit/>
          </a:bodyPr>
          <a:lstStyle>
            <a:lvl1pPr indent="0" algn="l" defTabSz="457200">
              <a:lnSpc>
                <a:spcPct val="100000"/>
              </a:lnSpc>
              <a:buNone/>
              <a:tabLst>
                <a:tab pos="0" algn="l"/>
              </a:tabLst>
              <a:defRPr lang="nl-NL" sz="4400" b="0" u="none" strike="noStrike">
                <a:solidFill>
                  <a:schemeClr val="accent1"/>
                </a:solidFill>
                <a:effectLst/>
                <a:uFillTx/>
                <a:latin typeface="Trebuchet MS"/>
              </a:defRPr>
            </a:lvl1pPr>
          </a:lstStyle>
          <a:p>
            <a:pPr indent="0" algn="l" defTabSz="457200">
              <a:lnSpc>
                <a:spcPct val="100000"/>
              </a:lnSpc>
              <a:buNone/>
              <a:tabLst>
                <a:tab pos="0" algn="l"/>
              </a:tabLst>
            </a:pPr>
            <a:r>
              <a:rPr lang="nl-NL" sz="4400" b="0" u="none" strike="noStrike">
                <a:solidFill>
                  <a:schemeClr val="accent1"/>
                </a:solidFill>
                <a:effectLst/>
                <a:uFillTx/>
                <a:latin typeface="Trebuchet MS"/>
              </a:rPr>
              <a:t>Klik om stijl te bewerken</a:t>
            </a:r>
            <a:endParaRPr lang="nl-NL" sz="4400" b="0" u="none" strike="noStrike">
              <a:solidFill>
                <a:schemeClr val="accent1"/>
              </a:solidFill>
              <a:effectLst/>
              <a:uFillTx/>
              <a:latin typeface="Trebuchet MS"/>
            </a:endParaRPr>
          </a:p>
        </p:txBody>
      </p:sp>
      <p:sp>
        <p:nvSpPr>
          <p:cNvPr id="241" name="PlaceHolder 2"/>
          <p:cNvSpPr>
            <a:spLocks noGrp="1"/>
          </p:cNvSpPr>
          <p:nvPr>
            <p:ph type="body"/>
          </p:nvPr>
        </p:nvSpPr>
        <p:spPr>
          <a:xfrm>
            <a:off x="677160" y="4013280"/>
            <a:ext cx="8596080" cy="513360"/>
          </a:xfrm>
          <a:prstGeom prst="rect">
            <a:avLst/>
          </a:prstGeom>
          <a:noFill/>
          <a:ln w="0">
            <a:noFill/>
          </a:ln>
        </p:spPr>
        <p:txBody>
          <a:bodyPr lIns="91440" tIns="45720" rIns="91440" bIns="45720" anchor="b">
            <a:noAutofit/>
          </a:bodyPr>
          <a:lstStyle>
            <a:lvl1pPr indent="0" algn="l" defTabSz="457200">
              <a:lnSpc>
                <a:spcPct val="100000"/>
              </a:lnSpc>
              <a:spcBef>
                <a:spcPts val="1001"/>
              </a:spcBef>
              <a:buNone/>
              <a:tabLst>
                <a:tab pos="0" algn="l"/>
              </a:tabLst>
              <a:defRPr lang="nl-NL" sz="2400" b="0" u="none" strike="noStrike">
                <a:solidFill>
                  <a:schemeClr val="accent1"/>
                </a:solidFill>
                <a:effectLst/>
                <a:uFillTx/>
                <a:latin typeface="Trebuchet MS"/>
              </a:defRPr>
            </a:lvl1pPr>
          </a:lstStyle>
          <a:p>
            <a:pPr indent="0" algn="l" defTabSz="457200">
              <a:lnSpc>
                <a:spcPct val="100000"/>
              </a:lnSpc>
              <a:spcBef>
                <a:spcPts val="1001"/>
              </a:spcBef>
              <a:buNone/>
              <a:tabLst>
                <a:tab pos="0" algn="l"/>
              </a:tabLst>
            </a:pPr>
            <a:r>
              <a:rPr lang="nl-NL" sz="2400" b="0" u="none" strike="noStrike">
                <a:solidFill>
                  <a:schemeClr val="accent1"/>
                </a:solidFill>
                <a:effectLst/>
                <a:uFillTx/>
                <a:latin typeface="Trebuchet MS"/>
              </a:rPr>
              <a:t>Klikken om de tekststijl van het model te bewerken</a:t>
            </a:r>
            <a:endParaRPr lang="nl-NL" sz="2400" b="0" u="none" strike="noStrike">
              <a:solidFill>
                <a:schemeClr val="dk1">
                  <a:lumMod val="50000"/>
                  <a:lumOff val="50000"/>
                </a:schemeClr>
              </a:solidFill>
              <a:effectLst/>
              <a:uFillTx/>
              <a:latin typeface="Trebuchet MS"/>
            </a:endParaRPr>
          </a:p>
        </p:txBody>
      </p:sp>
      <p:sp>
        <p:nvSpPr>
          <p:cNvPr id="242" name="PlaceHolder 3"/>
          <p:cNvSpPr>
            <a:spLocks noGrp="1"/>
          </p:cNvSpPr>
          <p:nvPr>
            <p:ph type="body"/>
          </p:nvPr>
        </p:nvSpPr>
        <p:spPr>
          <a:xfrm>
            <a:off x="677160" y="4527360"/>
            <a:ext cx="8596080" cy="151308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nl-NL" sz="1800" b="0" u="none" strike="noStrike">
                <a:solidFill>
                  <a:schemeClr val="dk1">
                    <a:lumMod val="50000"/>
                    <a:lumOff val="50000"/>
                  </a:schemeClr>
                </a:solidFill>
                <a:effectLst/>
                <a:uFillTx/>
                <a:latin typeface="Trebuchet MS"/>
              </a:defRPr>
            </a:lvl1pPr>
          </a:lstStyle>
          <a:p>
            <a:pPr indent="0" algn="l" defTabSz="457200">
              <a:lnSpc>
                <a:spcPct val="100000"/>
              </a:lnSpc>
              <a:spcBef>
                <a:spcPts val="1001"/>
              </a:spcBef>
              <a:buNone/>
              <a:tabLst>
                <a:tab pos="0" algn="l"/>
              </a:tabLst>
            </a:pPr>
            <a:r>
              <a:rPr lang="nl-NL" sz="1800" b="0" u="none" strike="noStrike">
                <a:solidFill>
                  <a:schemeClr val="dk1">
                    <a:lumMod val="50000"/>
                    <a:lumOff val="50000"/>
                  </a:schemeClr>
                </a:solidFill>
                <a:effectLst/>
                <a:uFillTx/>
                <a:latin typeface="Trebuchet MS"/>
              </a:rPr>
              <a:t>Klikken om de tekststijl van het model te bewerken</a:t>
            </a:r>
            <a:endParaRPr lang="nl-NL" sz="1800" b="0" u="none" strike="noStrike">
              <a:solidFill>
                <a:schemeClr val="dk1">
                  <a:lumMod val="50000"/>
                  <a:lumOff val="50000"/>
                </a:schemeClr>
              </a:solidFill>
              <a:effectLst/>
              <a:uFillTx/>
              <a:latin typeface="Trebuchet MS"/>
            </a:endParaRPr>
          </a:p>
        </p:txBody>
      </p:sp>
      <p:sp>
        <p:nvSpPr>
          <p:cNvPr id="243" name="PlaceHolder 4"/>
          <p:cNvSpPr>
            <a:spLocks noGrp="1"/>
          </p:cNvSpPr>
          <p:nvPr>
            <p:ph type="dt" idx="37"/>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244" name="PlaceHolder 5"/>
          <p:cNvSpPr>
            <a:spLocks noGrp="1"/>
          </p:cNvSpPr>
          <p:nvPr>
            <p:ph type="ftr" idx="38"/>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45" name="PlaceHolder 6"/>
          <p:cNvSpPr>
            <a:spLocks noGrp="1"/>
          </p:cNvSpPr>
          <p:nvPr>
            <p:ph type="sldNum" idx="39"/>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DB27CF5B-862B-4805-AA49-C46756924D85}"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el en verticale tekst">
    <p:bg>
      <p:bgPr>
        <a:solidFill>
          <a:srgbClr val="FFFFFF"/>
        </a:solidFill>
      </p:bgPr>
    </p:bg>
    <p:spTree>
      <p:nvGrpSpPr>
        <p:cNvPr id="1" name=""/>
        <p:cNvGrpSpPr/>
        <p:nvPr/>
      </p:nvGrpSpPr>
      <p:grpSpPr>
        <a:xfrm>
          <a:off x="0" y="0"/>
          <a:ext cx="0" cy="0"/>
          <a:chOff x="0" y="0"/>
          <a:chExt cx="0" cy="0"/>
        </a:xfrm>
      </p:grpSpPr>
      <p:grpSp>
        <p:nvGrpSpPr>
          <p:cNvPr id="246" name="Group 6"/>
          <p:cNvGrpSpPr/>
          <p:nvPr/>
        </p:nvGrpSpPr>
        <p:grpSpPr>
          <a:xfrm>
            <a:off x="0" y="-8640"/>
            <a:ext cx="12191400" cy="6867000"/>
            <a:chOff x="0" y="-8640"/>
            <a:chExt cx="12191400" cy="6867000"/>
          </a:xfrm>
        </p:grpSpPr>
        <p:cxnSp>
          <p:nvCxnSpPr>
            <p:cNvPr id="247" name="Straight Connector 19"/>
            <p:cNvCxnSpPr/>
            <p:nvPr/>
          </p:nvCxnSpPr>
          <p:spPr>
            <a:xfrm>
              <a:off x="9370800" y="0"/>
              <a:ext cx="1220040" cy="6858720"/>
            </a:xfrm>
            <a:prstGeom prst="straightConnector1">
              <a:avLst/>
            </a:prstGeom>
            <a:ln cap="rnd" w="9525">
              <a:solidFill>
                <a:srgbClr val="BFBFBF"/>
              </a:solidFill>
              <a:round/>
            </a:ln>
          </p:spPr>
        </p:cxnSp>
        <p:cxnSp>
          <p:nvCxnSpPr>
            <p:cNvPr id="248"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249"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50"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51"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52"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53"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54"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55"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56"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257"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nl-NL" sz="3600" b="0" u="none" strike="noStrike">
                <a:solidFill>
                  <a:schemeClr val="accent1"/>
                </a:solidFill>
                <a:effectLst/>
                <a:uFillTx/>
                <a:latin typeface="Trebuchet MS"/>
              </a:defRPr>
            </a:lvl1pPr>
          </a:lstStyle>
          <a:p>
            <a:pPr indent="0" algn="l" defTabSz="457200">
              <a:lnSpc>
                <a:spcPct val="100000"/>
              </a:lnSpc>
              <a:buNone/>
              <a:tabLst>
                <a:tab pos="0" algn="l"/>
              </a:tabLst>
            </a:pPr>
            <a:r>
              <a:rPr lang="nl-NL" sz="3600" b="0" u="none" strike="noStrike">
                <a:solidFill>
                  <a:schemeClr val="accent1"/>
                </a:solidFill>
                <a:effectLst/>
                <a:uFillTx/>
                <a:latin typeface="Trebuchet MS"/>
              </a:rPr>
              <a:t>Klik om stijl te bewerken</a:t>
            </a:r>
            <a:endParaRPr lang="nl-NL" sz="3600" b="0" u="none" strike="noStrike">
              <a:solidFill>
                <a:schemeClr val="accent1"/>
              </a:solidFill>
              <a:effectLst/>
              <a:uFillTx/>
              <a:latin typeface="Trebuchet MS"/>
            </a:endParaRPr>
          </a:p>
        </p:txBody>
      </p:sp>
      <p:sp>
        <p:nvSpPr>
          <p:cNvPr id="258" name="PlaceHolder 2"/>
          <p:cNvSpPr>
            <a:spLocks noGrp="1"/>
          </p:cNvSpPr>
          <p:nvPr>
            <p:ph type="body"/>
          </p:nvPr>
        </p:nvSpPr>
        <p:spPr>
          <a:xfrm>
            <a:off x="677160" y="2160720"/>
            <a:ext cx="8596080" cy="3880080"/>
          </a:xfrm>
          <a:prstGeom prst="rect">
            <a:avLst/>
          </a:prstGeom>
          <a:noFill/>
          <a:ln w="0">
            <a:noFill/>
          </a:ln>
        </p:spPr>
        <p:txBody>
          <a:bodyPr lIns="91440" tIns="45720" rIns="91440" bIns="45720" anchor="t" vert="eaVert">
            <a:noAutofit/>
          </a:bodyPr>
          <a:lstStyle>
            <a:lvl1pPr algn="l" defTabSz="457200">
              <a:lnSpc>
                <a:spcPct val="100000"/>
              </a:lnSpc>
              <a:spcBef>
                <a:spcPts val="1001"/>
              </a:spcBef>
              <a:buClr>
                <a:srgbClr val="90C226"/>
              </a:buClr>
              <a:buSzPct val="80000"/>
              <a:buFont typeface="Wingdings 3" charset="2"/>
              <a:buChar char=""/>
              <a:defRPr lang="nl-NL"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nl-NL"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nl-NL"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nl-NL" sz="1600" b="0" u="none" strike="noStrike">
                <a:solidFill>
                  <a:schemeClr val="dk1">
                    <a:lumMod val="75000"/>
                    <a:lumOff val="25000"/>
                  </a:schemeClr>
                </a:solidFill>
                <a:effectLst/>
                <a:uFillTx/>
                <a:latin typeface="Trebuchet MS"/>
              </a:rPr>
              <a:t>Tweede niveau</a:t>
            </a:r>
            <a:endParaRPr lang="nl-NL" sz="1600" b="0" u="none" strike="noStrike">
              <a:solidFill>
                <a:schemeClr val="dk1">
                  <a:lumMod val="75000"/>
                  <a:lumOff val="25000"/>
                </a:schemeClr>
              </a:solidFill>
              <a:effectLst/>
              <a:uFillTx/>
              <a:latin typeface="Trebuchet MS"/>
            </a:endParaRPr>
          </a:p>
          <a:p>
            <a:pPr marL="1143000" lvl="2" indent="-228600" algn="l" defTabSz="457200">
              <a:lnSpc>
                <a:spcPct val="100000"/>
              </a:lnSpc>
              <a:spcBef>
                <a:spcPts val="1001"/>
              </a:spcBef>
              <a:buClr>
                <a:srgbClr val="90C226"/>
              </a:buClr>
              <a:buSzPct val="80000"/>
              <a:buFont typeface="Wingdings 3" charset="2"/>
              <a:buChar char=""/>
            </a:pPr>
            <a:r>
              <a:rPr lang="nl-NL" sz="1400" b="0" u="none" strike="noStrike">
                <a:solidFill>
                  <a:schemeClr val="dk1">
                    <a:lumMod val="75000"/>
                    <a:lumOff val="25000"/>
                  </a:schemeClr>
                </a:solidFill>
                <a:effectLst/>
                <a:uFillTx/>
                <a:latin typeface="Trebuchet MS"/>
              </a:rPr>
              <a:t>Derde niveau</a:t>
            </a:r>
            <a:endParaRPr lang="nl-NL" sz="1400" b="0" u="none" strike="noStrike">
              <a:solidFill>
                <a:schemeClr val="dk1">
                  <a:lumMod val="75000"/>
                  <a:lumOff val="25000"/>
                </a:schemeClr>
              </a:solidFill>
              <a:effectLst/>
              <a:uFillTx/>
              <a:latin typeface="Trebuchet MS"/>
            </a:endParaRPr>
          </a:p>
          <a:p>
            <a:pPr marL="1600200" lvl="3"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Vierde niveau</a:t>
            </a:r>
            <a:endParaRPr lang="nl-NL" sz="1200" b="0" u="none" strike="noStrike">
              <a:solidFill>
                <a:schemeClr val="dk1">
                  <a:lumMod val="75000"/>
                  <a:lumOff val="25000"/>
                </a:schemeClr>
              </a:solidFill>
              <a:effectLst/>
              <a:uFillTx/>
              <a:latin typeface="Trebuchet MS"/>
            </a:endParaRPr>
          </a:p>
          <a:p>
            <a:pPr marL="2057400" lvl="4"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Vijfde niveau</a:t>
            </a:r>
            <a:endParaRPr lang="nl-NL" sz="1200" b="0" u="none" strike="noStrike">
              <a:solidFill>
                <a:schemeClr val="dk1">
                  <a:lumMod val="75000"/>
                  <a:lumOff val="25000"/>
                </a:schemeClr>
              </a:solidFill>
              <a:effectLst/>
              <a:uFillTx/>
              <a:latin typeface="Trebuchet MS"/>
            </a:endParaRPr>
          </a:p>
        </p:txBody>
      </p:sp>
      <p:sp>
        <p:nvSpPr>
          <p:cNvPr id="259" name="PlaceHolder 3"/>
          <p:cNvSpPr>
            <a:spLocks noGrp="1"/>
          </p:cNvSpPr>
          <p:nvPr>
            <p:ph type="dt" idx="40"/>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260" name="PlaceHolder 4"/>
          <p:cNvSpPr>
            <a:spLocks noGrp="1"/>
          </p:cNvSpPr>
          <p:nvPr>
            <p:ph type="ftr" idx="41"/>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61" name="PlaceHolder 5"/>
          <p:cNvSpPr>
            <a:spLocks noGrp="1"/>
          </p:cNvSpPr>
          <p:nvPr>
            <p:ph type="sldNum" idx="42"/>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CC210E84-E047-4103-BFE3-BA05B8634D7B}"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e titel en tekst">
    <p:bg>
      <p:bgPr>
        <a:solidFill>
          <a:srgbClr val="FFFFFF"/>
        </a:solidFill>
      </p:bgPr>
    </p:bg>
    <p:spTree>
      <p:nvGrpSpPr>
        <p:cNvPr id="1" name=""/>
        <p:cNvGrpSpPr/>
        <p:nvPr/>
      </p:nvGrpSpPr>
      <p:grpSpPr>
        <a:xfrm>
          <a:off x="0" y="0"/>
          <a:ext cx="0" cy="0"/>
          <a:chOff x="0" y="0"/>
          <a:chExt cx="0" cy="0"/>
        </a:xfrm>
      </p:grpSpPr>
      <p:grpSp>
        <p:nvGrpSpPr>
          <p:cNvPr id="262" name="Group 6"/>
          <p:cNvGrpSpPr/>
          <p:nvPr/>
        </p:nvGrpSpPr>
        <p:grpSpPr>
          <a:xfrm>
            <a:off x="0" y="-8640"/>
            <a:ext cx="12191400" cy="6867000"/>
            <a:chOff x="0" y="-8640"/>
            <a:chExt cx="12191400" cy="6867000"/>
          </a:xfrm>
        </p:grpSpPr>
        <p:cxnSp>
          <p:nvCxnSpPr>
            <p:cNvPr id="263" name="Straight Connector 19"/>
            <p:cNvCxnSpPr/>
            <p:nvPr/>
          </p:nvCxnSpPr>
          <p:spPr>
            <a:xfrm>
              <a:off x="9370800" y="0"/>
              <a:ext cx="1220040" cy="6858720"/>
            </a:xfrm>
            <a:prstGeom prst="straightConnector1">
              <a:avLst/>
            </a:prstGeom>
            <a:ln cap="rnd" w="9525">
              <a:solidFill>
                <a:srgbClr val="BFBFBF"/>
              </a:solidFill>
              <a:round/>
            </a:ln>
          </p:spPr>
        </p:cxnSp>
        <p:cxnSp>
          <p:nvCxnSpPr>
            <p:cNvPr id="264"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265"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66"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67"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68"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69"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70"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71"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72"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273" name="PlaceHolder 1"/>
          <p:cNvSpPr>
            <a:spLocks noGrp="1"/>
          </p:cNvSpPr>
          <p:nvPr>
            <p:ph type="title"/>
          </p:nvPr>
        </p:nvSpPr>
        <p:spPr>
          <a:xfrm>
            <a:off x="7967520" y="609480"/>
            <a:ext cx="1303920" cy="5250600"/>
          </a:xfrm>
          <a:prstGeom prst="rect">
            <a:avLst/>
          </a:prstGeom>
          <a:noFill/>
          <a:ln w="0">
            <a:noFill/>
          </a:ln>
        </p:spPr>
        <p:txBody>
          <a:bodyPr lIns="91440" tIns="45720" rIns="91440" bIns="45720" anchor="ctr" vert="eaVert">
            <a:noAutofit/>
          </a:bodyPr>
          <a:lstStyle>
            <a:lvl1pPr indent="0" algn="l" defTabSz="457200">
              <a:lnSpc>
                <a:spcPct val="100000"/>
              </a:lnSpc>
              <a:buNone/>
              <a:tabLst>
                <a:tab pos="0" algn="l"/>
              </a:tabLst>
              <a:defRPr lang="nl-NL" sz="3600" b="0" u="none" strike="noStrike">
                <a:solidFill>
                  <a:schemeClr val="accent1"/>
                </a:solidFill>
                <a:effectLst/>
                <a:uFillTx/>
                <a:latin typeface="Trebuchet MS"/>
              </a:defRPr>
            </a:lvl1pPr>
          </a:lstStyle>
          <a:p>
            <a:pPr indent="0" algn="l" defTabSz="457200">
              <a:lnSpc>
                <a:spcPct val="100000"/>
              </a:lnSpc>
              <a:buNone/>
              <a:tabLst>
                <a:tab pos="0" algn="l"/>
              </a:tabLst>
            </a:pPr>
            <a:r>
              <a:rPr lang="nl-NL" sz="3600" b="0" u="none" strike="noStrike">
                <a:solidFill>
                  <a:schemeClr val="accent1"/>
                </a:solidFill>
                <a:effectLst/>
                <a:uFillTx/>
                <a:latin typeface="Trebuchet MS"/>
              </a:rPr>
              <a:t>Klik om stijl te bewerken</a:t>
            </a:r>
            <a:endParaRPr lang="nl-NL" sz="3600" b="0" u="none" strike="noStrike">
              <a:solidFill>
                <a:schemeClr val="accent1"/>
              </a:solidFill>
              <a:effectLst/>
              <a:uFillTx/>
              <a:latin typeface="Trebuchet MS"/>
            </a:endParaRPr>
          </a:p>
        </p:txBody>
      </p:sp>
      <p:sp>
        <p:nvSpPr>
          <p:cNvPr id="274" name="PlaceHolder 2"/>
          <p:cNvSpPr>
            <a:spLocks noGrp="1"/>
          </p:cNvSpPr>
          <p:nvPr>
            <p:ph type="body"/>
          </p:nvPr>
        </p:nvSpPr>
        <p:spPr>
          <a:xfrm>
            <a:off x="677160" y="609480"/>
            <a:ext cx="7059600" cy="5250600"/>
          </a:xfrm>
          <a:prstGeom prst="rect">
            <a:avLst/>
          </a:prstGeom>
          <a:noFill/>
          <a:ln w="0">
            <a:noFill/>
          </a:ln>
        </p:spPr>
        <p:txBody>
          <a:bodyPr lIns="91440" tIns="45720" rIns="91440" bIns="45720" anchor="t" vert="eaVert">
            <a:noAutofit/>
          </a:bodyPr>
          <a:lstStyle>
            <a:lvl1pPr algn="l" defTabSz="457200">
              <a:lnSpc>
                <a:spcPct val="100000"/>
              </a:lnSpc>
              <a:spcBef>
                <a:spcPts val="1001"/>
              </a:spcBef>
              <a:buClr>
                <a:srgbClr val="90C226"/>
              </a:buClr>
              <a:buSzPct val="80000"/>
              <a:buFont typeface="Wingdings 3" charset="2"/>
              <a:buChar char=""/>
              <a:defRPr lang="nl-NL"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nl-NL"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nl-NL"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nl-NL"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Klikken om de tekststijl van het model te bewerken</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nl-NL" sz="1600" b="0" u="none" strike="noStrike">
                <a:solidFill>
                  <a:schemeClr val="dk1">
                    <a:lumMod val="75000"/>
                    <a:lumOff val="25000"/>
                  </a:schemeClr>
                </a:solidFill>
                <a:effectLst/>
                <a:uFillTx/>
                <a:latin typeface="Trebuchet MS"/>
              </a:rPr>
              <a:t>Tweede niveau</a:t>
            </a:r>
            <a:endParaRPr lang="nl-NL" sz="1600" b="0" u="none" strike="noStrike">
              <a:solidFill>
                <a:schemeClr val="dk1">
                  <a:lumMod val="75000"/>
                  <a:lumOff val="25000"/>
                </a:schemeClr>
              </a:solidFill>
              <a:effectLst/>
              <a:uFillTx/>
              <a:latin typeface="Trebuchet MS"/>
            </a:endParaRPr>
          </a:p>
          <a:p>
            <a:pPr marL="1143000" lvl="2" indent="-228600" algn="l" defTabSz="457200">
              <a:lnSpc>
                <a:spcPct val="100000"/>
              </a:lnSpc>
              <a:spcBef>
                <a:spcPts val="1001"/>
              </a:spcBef>
              <a:buClr>
                <a:srgbClr val="90C226"/>
              </a:buClr>
              <a:buSzPct val="80000"/>
              <a:buFont typeface="Wingdings 3" charset="2"/>
              <a:buChar char=""/>
            </a:pPr>
            <a:r>
              <a:rPr lang="nl-NL" sz="1400" b="0" u="none" strike="noStrike">
                <a:solidFill>
                  <a:schemeClr val="dk1">
                    <a:lumMod val="75000"/>
                    <a:lumOff val="25000"/>
                  </a:schemeClr>
                </a:solidFill>
                <a:effectLst/>
                <a:uFillTx/>
                <a:latin typeface="Trebuchet MS"/>
              </a:rPr>
              <a:t>Derde niveau</a:t>
            </a:r>
            <a:endParaRPr lang="nl-NL" sz="1400" b="0" u="none" strike="noStrike">
              <a:solidFill>
                <a:schemeClr val="dk1">
                  <a:lumMod val="75000"/>
                  <a:lumOff val="25000"/>
                </a:schemeClr>
              </a:solidFill>
              <a:effectLst/>
              <a:uFillTx/>
              <a:latin typeface="Trebuchet MS"/>
            </a:endParaRPr>
          </a:p>
          <a:p>
            <a:pPr marL="1600200" lvl="3"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Vierde niveau</a:t>
            </a:r>
            <a:endParaRPr lang="nl-NL" sz="1200" b="0" u="none" strike="noStrike">
              <a:solidFill>
                <a:schemeClr val="dk1">
                  <a:lumMod val="75000"/>
                  <a:lumOff val="25000"/>
                </a:schemeClr>
              </a:solidFill>
              <a:effectLst/>
              <a:uFillTx/>
              <a:latin typeface="Trebuchet MS"/>
            </a:endParaRPr>
          </a:p>
          <a:p>
            <a:pPr marL="2057400" lvl="4" indent="-228600" algn="l" defTabSz="457200">
              <a:lnSpc>
                <a:spcPct val="100000"/>
              </a:lnSpc>
              <a:spcBef>
                <a:spcPts val="1001"/>
              </a:spcBef>
              <a:buClr>
                <a:srgbClr val="90C226"/>
              </a:buClr>
              <a:buSzPct val="80000"/>
              <a:buFont typeface="Wingdings 3" charset="2"/>
              <a:buChar char=""/>
            </a:pPr>
            <a:r>
              <a:rPr lang="nl-NL" sz="1200" b="0" u="none" strike="noStrike">
                <a:solidFill>
                  <a:schemeClr val="dk1">
                    <a:lumMod val="75000"/>
                    <a:lumOff val="25000"/>
                  </a:schemeClr>
                </a:solidFill>
                <a:effectLst/>
                <a:uFillTx/>
                <a:latin typeface="Trebuchet MS"/>
              </a:rPr>
              <a:t>Vijfde niveau</a:t>
            </a:r>
            <a:endParaRPr lang="nl-NL" sz="1200" b="0" u="none" strike="noStrike">
              <a:solidFill>
                <a:schemeClr val="dk1">
                  <a:lumMod val="75000"/>
                  <a:lumOff val="25000"/>
                </a:schemeClr>
              </a:solidFill>
              <a:effectLst/>
              <a:uFillTx/>
              <a:latin typeface="Trebuchet MS"/>
            </a:endParaRPr>
          </a:p>
        </p:txBody>
      </p:sp>
      <p:sp>
        <p:nvSpPr>
          <p:cNvPr id="275" name="PlaceHolder 3"/>
          <p:cNvSpPr>
            <a:spLocks noGrp="1"/>
          </p:cNvSpPr>
          <p:nvPr>
            <p:ph type="dt" idx="43"/>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276" name="PlaceHolder 4"/>
          <p:cNvSpPr>
            <a:spLocks noGrp="1"/>
          </p:cNvSpPr>
          <p:nvPr>
            <p:ph type="ftr" idx="44"/>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77" name="PlaceHolder 5"/>
          <p:cNvSpPr>
            <a:spLocks noGrp="1"/>
          </p:cNvSpPr>
          <p:nvPr>
            <p:ph type="sldNum" idx="45"/>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51BB04AE-DFD4-4BFE-8F07-6558A337325D}"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ekop">
    <p:bg>
      <p:bgPr>
        <a:solidFill>
          <a:srgbClr val="FFFFFF"/>
        </a:solidFill>
      </p:bgPr>
    </p:bg>
    <p:spTree>
      <p:nvGrpSpPr>
        <p:cNvPr id="1" name=""/>
        <p:cNvGrpSpPr/>
        <p:nvPr/>
      </p:nvGrpSpPr>
      <p:grpSpPr>
        <a:xfrm>
          <a:off x="0" y="0"/>
          <a:ext cx="0" cy="0"/>
          <a:chOff x="0" y="0"/>
          <a:chExt cx="0" cy="0"/>
        </a:xfrm>
      </p:grpSpPr>
      <p:grpSp>
        <p:nvGrpSpPr>
          <p:cNvPr id="278" name="Group 6"/>
          <p:cNvGrpSpPr/>
          <p:nvPr/>
        </p:nvGrpSpPr>
        <p:grpSpPr>
          <a:xfrm>
            <a:off x="0" y="-8640"/>
            <a:ext cx="12191400" cy="6867000"/>
            <a:chOff x="0" y="-8640"/>
            <a:chExt cx="12191400" cy="6867000"/>
          </a:xfrm>
        </p:grpSpPr>
        <p:cxnSp>
          <p:nvCxnSpPr>
            <p:cNvPr id="279" name="Straight Connector 19"/>
            <p:cNvCxnSpPr/>
            <p:nvPr/>
          </p:nvCxnSpPr>
          <p:spPr>
            <a:xfrm>
              <a:off x="9370800" y="0"/>
              <a:ext cx="1220040" cy="6858720"/>
            </a:xfrm>
            <a:prstGeom prst="straightConnector1">
              <a:avLst/>
            </a:prstGeom>
            <a:ln cap="rnd" w="9525">
              <a:solidFill>
                <a:srgbClr val="BFBFBF"/>
              </a:solidFill>
              <a:round/>
            </a:ln>
          </p:spPr>
        </p:cxnSp>
        <p:cxnSp>
          <p:nvCxnSpPr>
            <p:cNvPr id="280"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281"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82"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83"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84"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85"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86"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87"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88"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289" name="PlaceHolder 1"/>
          <p:cNvSpPr>
            <a:spLocks noGrp="1"/>
          </p:cNvSpPr>
          <p:nvPr>
            <p:ph type="title"/>
          </p:nvPr>
        </p:nvSpPr>
        <p:spPr>
          <a:xfrm>
            <a:off x="677160" y="2700720"/>
            <a:ext cx="8596080" cy="182592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nl-NL" sz="4000" b="0" u="none" strike="noStrike">
                <a:solidFill>
                  <a:schemeClr val="accent1"/>
                </a:solidFill>
                <a:effectLst/>
                <a:uFillTx/>
                <a:latin typeface="Trebuchet MS"/>
              </a:defRPr>
            </a:lvl1pPr>
          </a:lstStyle>
          <a:p>
            <a:pPr indent="0" algn="l" defTabSz="457200">
              <a:lnSpc>
                <a:spcPct val="100000"/>
              </a:lnSpc>
              <a:buNone/>
              <a:tabLst>
                <a:tab pos="0" algn="l"/>
              </a:tabLst>
            </a:pPr>
            <a:r>
              <a:rPr lang="nl-NL" sz="4000" b="0" u="none" strike="noStrike">
                <a:solidFill>
                  <a:schemeClr val="accent1"/>
                </a:solidFill>
                <a:effectLst/>
                <a:uFillTx/>
                <a:latin typeface="Trebuchet MS"/>
              </a:rPr>
              <a:t>Klik om stijl te bewerken</a:t>
            </a:r>
            <a:endParaRPr lang="nl-NL" sz="4000" b="0" u="none" strike="noStrike">
              <a:solidFill>
                <a:schemeClr val="accent1"/>
              </a:solidFill>
              <a:effectLst/>
              <a:uFillTx/>
              <a:latin typeface="Trebuchet MS"/>
            </a:endParaRPr>
          </a:p>
        </p:txBody>
      </p:sp>
      <p:sp>
        <p:nvSpPr>
          <p:cNvPr id="290" name="PlaceHolder 2"/>
          <p:cNvSpPr>
            <a:spLocks noGrp="1"/>
          </p:cNvSpPr>
          <p:nvPr>
            <p:ph type="body"/>
          </p:nvPr>
        </p:nvSpPr>
        <p:spPr>
          <a:xfrm>
            <a:off x="677160" y="4527360"/>
            <a:ext cx="8596080" cy="859680"/>
          </a:xfrm>
          <a:prstGeom prst="rect">
            <a:avLst/>
          </a:prstGeom>
          <a:noFill/>
          <a:ln w="0">
            <a:noFill/>
          </a:ln>
        </p:spPr>
        <p:txBody>
          <a:bodyPr lIns="91440" tIns="45720" rIns="91440" bIns="45720" anchor="t">
            <a:noAutofit/>
          </a:bodyPr>
          <a:lstStyle>
            <a:lvl1pPr indent="0" algn="l" defTabSz="457200">
              <a:lnSpc>
                <a:spcPct val="100000"/>
              </a:lnSpc>
              <a:spcBef>
                <a:spcPts val="1001"/>
              </a:spcBef>
              <a:buNone/>
              <a:tabLst>
                <a:tab pos="0" algn="l"/>
              </a:tabLst>
              <a:defRPr lang="nl-NL" sz="2000" b="0" u="none" strike="noStrike">
                <a:solidFill>
                  <a:schemeClr val="dk1">
                    <a:lumMod val="50000"/>
                    <a:lumOff val="50000"/>
                  </a:schemeClr>
                </a:solidFill>
                <a:effectLst/>
                <a:uFillTx/>
                <a:latin typeface="Trebuchet MS"/>
              </a:defRPr>
            </a:lvl1pPr>
          </a:lstStyle>
          <a:p>
            <a:pPr indent="0" algn="l" defTabSz="457200">
              <a:lnSpc>
                <a:spcPct val="100000"/>
              </a:lnSpc>
              <a:spcBef>
                <a:spcPts val="1001"/>
              </a:spcBef>
              <a:buNone/>
              <a:tabLst>
                <a:tab pos="0" algn="l"/>
              </a:tabLst>
            </a:pPr>
            <a:r>
              <a:rPr lang="nl-NL" sz="2000" b="0" u="none" strike="noStrike">
                <a:solidFill>
                  <a:schemeClr val="dk1">
                    <a:lumMod val="50000"/>
                    <a:lumOff val="50000"/>
                  </a:schemeClr>
                </a:solidFill>
                <a:effectLst/>
                <a:uFillTx/>
                <a:latin typeface="Trebuchet MS"/>
              </a:rPr>
              <a:t>Klikken om de tekststijl van het model te bewerken</a:t>
            </a:r>
            <a:endParaRPr lang="nl-NL" sz="2000" b="0" u="none" strike="noStrike">
              <a:solidFill>
                <a:schemeClr val="dk1">
                  <a:lumMod val="50000"/>
                  <a:lumOff val="50000"/>
                </a:schemeClr>
              </a:solidFill>
              <a:effectLst/>
              <a:uFillTx/>
              <a:latin typeface="Trebuchet MS"/>
            </a:endParaRPr>
          </a:p>
        </p:txBody>
      </p:sp>
      <p:sp>
        <p:nvSpPr>
          <p:cNvPr id="291" name="PlaceHolder 3"/>
          <p:cNvSpPr>
            <a:spLocks noGrp="1"/>
          </p:cNvSpPr>
          <p:nvPr>
            <p:ph type="dt" idx="46"/>
          </p:nvPr>
        </p:nvSpPr>
        <p:spPr>
          <a:xfrm>
            <a:off x="7205040" y="6041520"/>
            <a:ext cx="9111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nl-BE"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292" name="PlaceHolder 4"/>
          <p:cNvSpPr>
            <a:spLocks noGrp="1"/>
          </p:cNvSpPr>
          <p:nvPr>
            <p:ph type="ftr" idx="47"/>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93" name="PlaceHolder 5"/>
          <p:cNvSpPr>
            <a:spLocks noGrp="1"/>
          </p:cNvSpPr>
          <p:nvPr>
            <p:ph type="sldNum" idx="48"/>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E2755B79-1539-4530-894B-63D6844EBCE1}"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el en object">
    <p:bg>
      <p:bgPr>
        <a:solidFill>
          <a:srgbClr val="FFFFFF"/>
        </a:solidFill>
      </p:bgPr>
    </p:bg>
    <p:spTree>
      <p:nvGrpSpPr>
        <p:cNvPr id="1" name=""/>
        <p:cNvGrpSpPr/>
        <p:nvPr/>
      </p:nvGrpSpPr>
      <p:grpSpPr>
        <a:xfrm>
          <a:off x="0" y="0"/>
          <a:ext cx="0" cy="0"/>
          <a:chOff x="0" y="0"/>
          <a:chExt cx="0" cy="0"/>
        </a:xfrm>
      </p:grpSpPr>
      <p:grpSp>
        <p:nvGrpSpPr>
          <p:cNvPr id="294" name="Group 6"/>
          <p:cNvGrpSpPr/>
          <p:nvPr/>
        </p:nvGrpSpPr>
        <p:grpSpPr>
          <a:xfrm>
            <a:off x="0" y="-8640"/>
            <a:ext cx="12191400" cy="6867000"/>
            <a:chOff x="0" y="-8640"/>
            <a:chExt cx="12191400" cy="6867000"/>
          </a:xfrm>
        </p:grpSpPr>
        <p:cxnSp>
          <p:nvCxnSpPr>
            <p:cNvPr id="295" name="Straight Connector 19"/>
            <p:cNvCxnSpPr/>
            <p:nvPr/>
          </p:nvCxnSpPr>
          <p:spPr>
            <a:xfrm>
              <a:off x="9370800" y="0"/>
              <a:ext cx="1220040" cy="6858720"/>
            </a:xfrm>
            <a:prstGeom prst="straightConnector1">
              <a:avLst/>
            </a:prstGeom>
            <a:ln cap="rnd" w="9525">
              <a:solidFill>
                <a:srgbClr val="BFBFBF"/>
              </a:solidFill>
              <a:round/>
            </a:ln>
          </p:spPr>
        </p:cxnSp>
        <p:cxnSp>
          <p:nvCxnSpPr>
            <p:cNvPr id="296"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297"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98"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99"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00"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01"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02"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03"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04"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305" name="PlaceHolder 1"/>
          <p:cNvSpPr>
            <a:spLocks noGrp="1"/>
          </p:cNvSpPr>
          <p:nvPr>
            <p:ph type="title"/>
          </p:nvPr>
        </p:nvSpPr>
        <p:spPr>
          <a:xfrm>
            <a:off x="677160" y="995040"/>
            <a:ext cx="8596080" cy="549000"/>
          </a:xfrm>
          <a:prstGeom prst="rect">
            <a:avLst/>
          </a:prstGeom>
          <a:noFill/>
          <a:ln w="0">
            <a:noFill/>
          </a:ln>
        </p:spPr>
        <p:txBody>
          <a:bodyPr lIns="0" tIns="0" rIns="0" bIns="0" anchor="ctr">
            <a:spAutoFit/>
          </a:bodyPr>
          <a:lstStyle>
            <a:lvl1pPr indent="0" algn="l" defTabSz="457200">
              <a:buNone/>
              <a:tabLst>
                <a:tab pos="0" algn="l"/>
              </a:tabLst>
              <a:defRPr lang="nl-NL" sz="3600" b="0" u="none" strike="noStrike">
                <a:solidFill>
                  <a:schemeClr val="accent1"/>
                </a:solidFill>
                <a:effectLst/>
                <a:uFillTx/>
                <a:latin typeface="Trebuchet MS"/>
              </a:defRPr>
            </a:lvl1pPr>
          </a:lstStyle>
          <a:p>
            <a:pPr indent="0" algn="l" defTabSz="457200">
              <a:buNone/>
              <a:tabLst>
                <a:tab pos="0" algn="l"/>
              </a:tabLst>
            </a:pPr>
            <a:r>
              <a:rPr lang="nl-NL" sz="3600" b="0" u="none" strike="noStrike">
                <a:solidFill>
                  <a:schemeClr val="accent1"/>
                </a:solidFill>
                <a:effectLst/>
                <a:uFillTx/>
                <a:latin typeface="Trebuchet MS"/>
              </a:rPr>
              <a:t>Click to edit the title text format</a:t>
            </a:r>
            <a:endParaRPr lang="nl-NL" sz="3600" b="0" u="none" strike="noStrike">
              <a:solidFill>
                <a:schemeClr val="accent1"/>
              </a:solidFill>
              <a:effectLst/>
              <a:uFillTx/>
              <a:latin typeface="Trebuchet MS"/>
            </a:endParaRPr>
          </a:p>
        </p:txBody>
      </p:sp>
      <p:sp>
        <p:nvSpPr>
          <p:cNvPr id="306" name="PlaceHolder 2"/>
          <p:cNvSpPr>
            <a:spLocks noGrp="1"/>
          </p:cNvSpPr>
          <p:nvPr>
            <p:ph type="ftr" idx="49"/>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07" name="PlaceHolder 3"/>
          <p:cNvSpPr>
            <a:spLocks noGrp="1"/>
          </p:cNvSpPr>
          <p:nvPr>
            <p:ph type="sldNum" idx="50"/>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64D01C17-A8BB-4EE8-B526-FAB8FFC360EE}"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308" name="PlaceHolder 4"/>
          <p:cNvSpPr>
            <a:spLocks noGrp="1"/>
          </p:cNvSpPr>
          <p:nvPr>
            <p:ph type="dt" idx="51"/>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
    <p:bg>
      <p:bgPr>
        <a:solidFill>
          <a:srgbClr val="FFFFFF"/>
        </a:solidFill>
      </p:bgPr>
    </p:bg>
    <p:spTree>
      <p:nvGrpSpPr>
        <p:cNvPr id="1" name=""/>
        <p:cNvGrpSpPr/>
        <p:nvPr/>
      </p:nvGrpSpPr>
      <p:grpSpPr>
        <a:xfrm>
          <a:off x="0" y="0"/>
          <a:ext cx="0" cy="0"/>
          <a:chOff x="0" y="0"/>
          <a:chExt cx="0" cy="0"/>
        </a:xfrm>
      </p:grpSpPr>
      <p:grpSp>
        <p:nvGrpSpPr>
          <p:cNvPr id="309" name="Group 6"/>
          <p:cNvGrpSpPr/>
          <p:nvPr/>
        </p:nvGrpSpPr>
        <p:grpSpPr>
          <a:xfrm>
            <a:off x="0" y="-8640"/>
            <a:ext cx="12191400" cy="6867000"/>
            <a:chOff x="0" y="-8640"/>
            <a:chExt cx="12191400" cy="6867000"/>
          </a:xfrm>
        </p:grpSpPr>
        <p:cxnSp>
          <p:nvCxnSpPr>
            <p:cNvPr id="310" name="Straight Connector 19"/>
            <p:cNvCxnSpPr/>
            <p:nvPr/>
          </p:nvCxnSpPr>
          <p:spPr>
            <a:xfrm>
              <a:off x="9370800" y="0"/>
              <a:ext cx="1220040" cy="6858720"/>
            </a:xfrm>
            <a:prstGeom prst="straightConnector1">
              <a:avLst/>
            </a:prstGeom>
            <a:ln cap="rnd" w="9525">
              <a:solidFill>
                <a:srgbClr val="BFBFBF"/>
              </a:solidFill>
              <a:round/>
            </a:ln>
          </p:spPr>
        </p:cxnSp>
        <p:cxnSp>
          <p:nvCxnSpPr>
            <p:cNvPr id="311"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312"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13"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14"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15"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16"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17"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18"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19"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320" name="PlaceHolder 1"/>
          <p:cNvSpPr>
            <a:spLocks noGrp="1"/>
          </p:cNvSpPr>
          <p:nvPr>
            <p:ph type="title"/>
          </p:nvPr>
        </p:nvSpPr>
        <p:spPr>
          <a:xfrm>
            <a:off x="677160" y="995040"/>
            <a:ext cx="8596080" cy="549000"/>
          </a:xfrm>
          <a:prstGeom prst="rect">
            <a:avLst/>
          </a:prstGeom>
          <a:noFill/>
          <a:ln w="0">
            <a:noFill/>
          </a:ln>
        </p:spPr>
        <p:txBody>
          <a:bodyPr lIns="0" tIns="0" rIns="0" bIns="0" anchor="ctr">
            <a:spAutoFit/>
          </a:bodyPr>
          <a:lstStyle>
            <a:lvl1pPr indent="0" algn="l" defTabSz="457200">
              <a:buNone/>
              <a:tabLst>
                <a:tab pos="0" algn="l"/>
              </a:tabLst>
              <a:defRPr lang="nl-NL" sz="3600" b="0" u="none" strike="noStrike">
                <a:solidFill>
                  <a:schemeClr val="accent1"/>
                </a:solidFill>
                <a:effectLst/>
                <a:uFillTx/>
                <a:latin typeface="Trebuchet MS"/>
              </a:defRPr>
            </a:lvl1pPr>
          </a:lstStyle>
          <a:p>
            <a:pPr indent="0" algn="l" defTabSz="457200">
              <a:buNone/>
              <a:tabLst>
                <a:tab pos="0" algn="l"/>
              </a:tabLst>
            </a:pPr>
            <a:r>
              <a:rPr lang="nl-NL" sz="3600" b="0" u="none" strike="noStrike">
                <a:solidFill>
                  <a:schemeClr val="accent1"/>
                </a:solidFill>
                <a:effectLst/>
                <a:uFillTx/>
                <a:latin typeface="Trebuchet MS"/>
              </a:rPr>
              <a:t>Click to edit the title text format</a:t>
            </a:r>
            <a:endParaRPr lang="nl-NL" sz="3600" b="0" u="none" strike="noStrike">
              <a:solidFill>
                <a:schemeClr val="accent1"/>
              </a:solidFill>
              <a:effectLst/>
              <a:uFillTx/>
              <a:latin typeface="Trebuchet MS"/>
            </a:endParaRPr>
          </a:p>
        </p:txBody>
      </p:sp>
      <p:sp>
        <p:nvSpPr>
          <p:cNvPr id="321"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defTabSz="457200">
              <a:spcBef>
                <a:spcPts val="1001"/>
              </a:spcBef>
              <a:buClr>
                <a:srgbClr val="90C226"/>
              </a:buClr>
              <a:buSzPct val="80000"/>
              <a:buFont typeface="Wingdings 3" charset="2"/>
              <a:buChar char=""/>
              <a:defRPr lang="nl-NL" sz="1800" b="0" u="none" strike="noStrike">
                <a:solidFill>
                  <a:schemeClr val="dk1">
                    <a:lumMod val="75000"/>
                    <a:lumOff val="25000"/>
                  </a:schemeClr>
                </a:solidFill>
                <a:effectLst/>
                <a:uFillTx/>
                <a:latin typeface="Trebuchet MS"/>
              </a:defRPr>
            </a:lvl1pPr>
            <a:lvl2pPr lvl="1" algn="l" defTabSz="457200">
              <a:spcBef>
                <a:spcPts val="1001"/>
              </a:spcBef>
              <a:buClr>
                <a:srgbClr val="000000"/>
              </a:buClr>
              <a:buSzPct val="75000"/>
              <a:buFont typeface="Symbol" charset="2"/>
              <a:buChar char=""/>
              <a:defRPr lang="nl-NL" sz="1800" b="0" u="none" strike="noStrike">
                <a:solidFill>
                  <a:schemeClr val="dk1">
                    <a:lumMod val="75000"/>
                    <a:lumOff val="25000"/>
                  </a:schemeClr>
                </a:solidFill>
                <a:effectLst/>
                <a:uFillTx/>
                <a:latin typeface="Trebuchet MS"/>
              </a:defRPr>
            </a:lvl2pPr>
            <a:lvl3pPr lvl="2" algn="l" defTabSz="457200">
              <a:spcBef>
                <a:spcPts val="1001"/>
              </a:spcBef>
              <a:buClr>
                <a:srgbClr val="000000"/>
              </a:buClr>
              <a:buSzPct val="45000"/>
              <a:buFont typeface="Wingdings" charset="2"/>
              <a:buChar char=""/>
              <a:defRPr lang="nl-NL" sz="1800" b="0" u="none" strike="noStrike">
                <a:solidFill>
                  <a:schemeClr val="dk1">
                    <a:lumMod val="75000"/>
                    <a:lumOff val="25000"/>
                  </a:schemeClr>
                </a:solidFill>
                <a:effectLst/>
                <a:uFillTx/>
                <a:latin typeface="Trebuchet MS"/>
              </a:defRPr>
            </a:lvl3pPr>
            <a:lvl4pPr lvl="3" algn="l" defTabSz="457200">
              <a:spcBef>
                <a:spcPts val="1001"/>
              </a:spcBef>
              <a:buClr>
                <a:srgbClr val="000000"/>
              </a:buClr>
              <a:buSzPct val="75000"/>
              <a:buFont typeface="Symbol" charset="2"/>
              <a:buChar char=""/>
              <a:defRPr lang="nl-NL" sz="1800" b="0" u="none" strike="noStrike">
                <a:solidFill>
                  <a:schemeClr val="dk1">
                    <a:lumMod val="75000"/>
                    <a:lumOff val="25000"/>
                  </a:schemeClr>
                </a:solidFill>
                <a:effectLst/>
                <a:uFillTx/>
                <a:latin typeface="Trebuchet MS"/>
              </a:defRPr>
            </a:lvl4pPr>
            <a:lvl5pPr lvl="4" algn="l" defTabSz="457200">
              <a:spcBef>
                <a:spcPts val="1001"/>
              </a:spcBef>
              <a:buClr>
                <a:srgbClr val="000000"/>
              </a:buClr>
              <a:buSzPct val="45000"/>
              <a:buFont typeface="Wingdings" charset="2"/>
              <a:buChar char=""/>
              <a:defRPr lang="nl-NL" sz="1800" b="0" u="none" strike="noStrike">
                <a:solidFill>
                  <a:schemeClr val="dk1">
                    <a:lumMod val="75000"/>
                    <a:lumOff val="25000"/>
                  </a:schemeClr>
                </a:solidFill>
                <a:effectLst/>
                <a:uFillTx/>
                <a:latin typeface="Trebuchet MS"/>
              </a:defRPr>
            </a:lvl5pPr>
            <a:lvl6pPr lvl="5" algn="l" defTabSz="457200">
              <a:spcBef>
                <a:spcPts val="283"/>
              </a:spcBef>
              <a:buClr>
                <a:srgbClr val="000000"/>
              </a:buClr>
              <a:buSzPct val="45000"/>
              <a:buFont typeface="Wingdings" charset="2"/>
              <a:buChar char=""/>
              <a:defRPr lang="nl-NL" sz="1800" b="0" u="none" strike="noStrike">
                <a:solidFill>
                  <a:schemeClr val="dk1">
                    <a:lumMod val="75000"/>
                    <a:lumOff val="25000"/>
                  </a:schemeClr>
                </a:solidFill>
                <a:effectLst/>
                <a:uFillTx/>
                <a:latin typeface="Trebuchet MS"/>
              </a:defRPr>
            </a:lvl6pPr>
            <a:lvl7pPr lvl="6" algn="l" defTabSz="457200">
              <a:spcBef>
                <a:spcPts val="283"/>
              </a:spcBef>
              <a:buClr>
                <a:srgbClr val="000000"/>
              </a:buClr>
              <a:buSzPct val="45000"/>
              <a:buFont typeface="Wingdings" charset="2"/>
              <a:buChar char=""/>
              <a:defRPr lang="nl-NL" sz="1800" b="0" u="none" strike="noStrike">
                <a:solidFill>
                  <a:schemeClr val="dk1">
                    <a:lumMod val="75000"/>
                    <a:lumOff val="25000"/>
                  </a:schemeClr>
                </a:solidFill>
                <a:effectLst/>
                <a:uFillTx/>
                <a:latin typeface="Trebuchet MS"/>
              </a:defRPr>
            </a:lvl7pPr>
          </a:lstStyle>
          <a:p>
            <a:pPr indent="-324000" algn="l" defTabSz="457200">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Click to edit the outline text format</a:t>
            </a:r>
            <a:endParaRPr lang="nl-NL" sz="1800" b="0" u="none" strike="noStrike">
              <a:solidFill>
                <a:schemeClr val="dk1">
                  <a:lumMod val="75000"/>
                  <a:lumOff val="25000"/>
                </a:schemeClr>
              </a:solidFill>
              <a:effectLst/>
              <a:uFillTx/>
              <a:latin typeface="Trebuchet MS"/>
            </a:endParaRPr>
          </a:p>
          <a:p>
            <a:pPr marL="864000" lvl="1" indent="-324000" algn="l" defTabSz="457200">
              <a:spcBef>
                <a:spcPts val="1001"/>
              </a:spcBef>
              <a:buClr>
                <a:srgbClr val="000000"/>
              </a:buClr>
              <a:buSzPct val="75000"/>
              <a:buFont typeface="Symbol" charset="2"/>
              <a:buChar char=""/>
            </a:pPr>
            <a:r>
              <a:rPr lang="nl-NL" sz="1800" b="0" u="none" strike="noStrike">
                <a:solidFill>
                  <a:schemeClr val="dk1">
                    <a:lumMod val="75000"/>
                    <a:lumOff val="25000"/>
                  </a:schemeClr>
                </a:solidFill>
                <a:effectLst/>
                <a:uFillTx/>
                <a:latin typeface="Trebuchet MS"/>
              </a:rPr>
              <a:t>Second Outline Level</a:t>
            </a:r>
            <a:endParaRPr lang="nl-NL" sz="1800" b="0" u="none" strike="noStrike">
              <a:solidFill>
                <a:schemeClr val="dk1">
                  <a:lumMod val="75000"/>
                  <a:lumOff val="25000"/>
                </a:schemeClr>
              </a:solidFill>
              <a:effectLst/>
              <a:uFillTx/>
              <a:latin typeface="Trebuchet MS"/>
            </a:endParaRPr>
          </a:p>
          <a:p>
            <a:pPr marL="1296000" lvl="2" indent="-288000" algn="l" defTabSz="457200">
              <a:spcBef>
                <a:spcPts val="1001"/>
              </a:spcBef>
              <a:buClr>
                <a:srgbClr val="000000"/>
              </a:buClr>
              <a:buSzPct val="45000"/>
              <a:buFont typeface="Wingdings" charset="2"/>
              <a:buChar char=""/>
            </a:pPr>
            <a:r>
              <a:rPr lang="nl-NL" sz="1800" b="0" u="none" strike="noStrike">
                <a:solidFill>
                  <a:schemeClr val="dk1">
                    <a:lumMod val="75000"/>
                    <a:lumOff val="25000"/>
                  </a:schemeClr>
                </a:solidFill>
                <a:effectLst/>
                <a:uFillTx/>
                <a:latin typeface="Trebuchet MS"/>
              </a:rPr>
              <a:t>Third Outline Level</a:t>
            </a:r>
            <a:endParaRPr lang="nl-NL" sz="1800" b="0" u="none" strike="noStrike">
              <a:solidFill>
                <a:schemeClr val="dk1">
                  <a:lumMod val="75000"/>
                  <a:lumOff val="25000"/>
                </a:schemeClr>
              </a:solidFill>
              <a:effectLst/>
              <a:uFillTx/>
              <a:latin typeface="Trebuchet MS"/>
            </a:endParaRPr>
          </a:p>
          <a:p>
            <a:pPr marL="1728000" lvl="3" indent="-216000" algn="l" defTabSz="457200">
              <a:spcBef>
                <a:spcPts val="1001"/>
              </a:spcBef>
              <a:buClr>
                <a:srgbClr val="000000"/>
              </a:buClr>
              <a:buSzPct val="75000"/>
              <a:buFont typeface="Symbol" charset="2"/>
              <a:buChar char=""/>
            </a:pPr>
            <a:r>
              <a:rPr lang="nl-NL" sz="1800" b="0" u="none" strike="noStrike">
                <a:solidFill>
                  <a:schemeClr val="dk1">
                    <a:lumMod val="75000"/>
                    <a:lumOff val="25000"/>
                  </a:schemeClr>
                </a:solidFill>
                <a:effectLst/>
                <a:uFillTx/>
                <a:latin typeface="Trebuchet MS"/>
              </a:rPr>
              <a:t>Fourth Outline Level</a:t>
            </a:r>
            <a:endParaRPr lang="nl-NL" sz="1800" b="0" u="none" strike="noStrike">
              <a:solidFill>
                <a:schemeClr val="dk1">
                  <a:lumMod val="75000"/>
                  <a:lumOff val="25000"/>
                </a:schemeClr>
              </a:solidFill>
              <a:effectLst/>
              <a:uFillTx/>
              <a:latin typeface="Trebuchet MS"/>
            </a:endParaRPr>
          </a:p>
          <a:p>
            <a:pPr marL="2160000" lvl="4" indent="-216000" algn="l" defTabSz="457200">
              <a:spcBef>
                <a:spcPts val="1001"/>
              </a:spcBef>
              <a:buClr>
                <a:srgbClr val="000000"/>
              </a:buClr>
              <a:buSzPct val="45000"/>
              <a:buFont typeface="Wingdings" charset="2"/>
              <a:buChar char=""/>
            </a:pPr>
            <a:r>
              <a:rPr lang="nl-NL" sz="1800" b="0" u="none" strike="noStrike">
                <a:solidFill>
                  <a:schemeClr val="dk1">
                    <a:lumMod val="75000"/>
                    <a:lumOff val="25000"/>
                  </a:schemeClr>
                </a:solidFill>
                <a:effectLst/>
                <a:uFillTx/>
                <a:latin typeface="Trebuchet MS"/>
              </a:rPr>
              <a:t>Fifth Outline Level</a:t>
            </a:r>
            <a:endParaRPr lang="nl-NL" sz="1800" b="0" u="none" strike="noStrike">
              <a:solidFill>
                <a:schemeClr val="dk1">
                  <a:lumMod val="75000"/>
                  <a:lumOff val="25000"/>
                </a:schemeClr>
              </a:solidFill>
              <a:effectLst/>
              <a:uFillTx/>
              <a:latin typeface="Trebuchet MS"/>
            </a:endParaRPr>
          </a:p>
          <a:p>
            <a:pPr marL="2592000" lvl="5" indent="-216000" algn="l" defTabSz="457200">
              <a:spcBef>
                <a:spcPts val="283"/>
              </a:spcBef>
              <a:buClr>
                <a:srgbClr val="000000"/>
              </a:buClr>
              <a:buSzPct val="45000"/>
              <a:buFont typeface="Wingdings" charset="2"/>
              <a:buChar char=""/>
            </a:pPr>
            <a:r>
              <a:rPr lang="nl-NL" sz="1800" b="0" u="none" strike="noStrike">
                <a:solidFill>
                  <a:schemeClr val="dk1">
                    <a:lumMod val="75000"/>
                    <a:lumOff val="25000"/>
                  </a:schemeClr>
                </a:solidFill>
                <a:effectLst/>
                <a:uFillTx/>
                <a:latin typeface="Trebuchet MS"/>
              </a:rPr>
              <a:t>Sixth Outline Level</a:t>
            </a:r>
            <a:endParaRPr lang="nl-NL" sz="1800" b="0" u="none" strike="noStrike">
              <a:solidFill>
                <a:schemeClr val="dk1">
                  <a:lumMod val="75000"/>
                  <a:lumOff val="25000"/>
                </a:schemeClr>
              </a:solidFill>
              <a:effectLst/>
              <a:uFillTx/>
              <a:latin typeface="Trebuchet MS"/>
            </a:endParaRPr>
          </a:p>
          <a:p>
            <a:pPr marL="3024000" lvl="6" indent="-216000" algn="l" defTabSz="457200">
              <a:spcBef>
                <a:spcPts val="283"/>
              </a:spcBef>
              <a:buClr>
                <a:srgbClr val="000000"/>
              </a:buClr>
              <a:buSzPct val="45000"/>
              <a:buFont typeface="Wingdings" charset="2"/>
              <a:buChar char=""/>
            </a:pPr>
            <a:r>
              <a:rPr lang="nl-NL" sz="1800" b="0" u="none" strike="noStrike">
                <a:solidFill>
                  <a:schemeClr val="dk1">
                    <a:lumMod val="75000"/>
                    <a:lumOff val="25000"/>
                  </a:schemeClr>
                </a:solidFill>
                <a:effectLst/>
                <a:uFillTx/>
                <a:latin typeface="Trebuchet MS"/>
              </a:rPr>
              <a:t>Seventh Outline Level</a:t>
            </a:r>
            <a:endParaRPr lang="nl-NL" sz="1800" b="0" u="none" strike="noStrike">
              <a:solidFill>
                <a:schemeClr val="dk1">
                  <a:lumMod val="75000"/>
                  <a:lumOff val="25000"/>
                </a:schemeClr>
              </a:solidFill>
              <a:effectLst/>
              <a:uFillTx/>
              <a:latin typeface="Trebuchet MS"/>
            </a:endParaRPr>
          </a:p>
        </p:txBody>
      </p:sp>
      <p:sp>
        <p:nvSpPr>
          <p:cNvPr id="322" name="PlaceHolder 3"/>
          <p:cNvSpPr>
            <a:spLocks noGrp="1"/>
          </p:cNvSpPr>
          <p:nvPr>
            <p:ph type="ftr" idx="52"/>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23" name="PlaceHolder 4"/>
          <p:cNvSpPr>
            <a:spLocks noGrp="1"/>
          </p:cNvSpPr>
          <p:nvPr>
            <p:ph type="sldNum" idx="53"/>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8AACBD62-F761-40C2-A0B2-4906F3C584EC}"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324" name="PlaceHolder 5"/>
          <p:cNvSpPr>
            <a:spLocks noGrp="1"/>
          </p:cNvSpPr>
          <p:nvPr>
            <p:ph type="dt" idx="54"/>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2">
    <p:spTree>
      <p:nvGrpSpPr>
        <p:cNvPr id="1" name=""/>
        <p:cNvGrpSpPr/>
        <p:nvPr/>
      </p:nvGrpSpPr>
      <p:grpSpPr>
        <a:xfrm>
          <a:off x="0" y="0"/>
          <a:ext cx="0" cy="0"/>
          <a:chOff x="0" y="0"/>
          <a:chExt cx="0" cy="0"/>
        </a:xfrm>
      </p:grpSpPr>
      <p:sp>
        <p:nvSpPr>
          <p:cNvPr id="341" name="PlaceHolder 1"/>
          <p:cNvSpPr>
            <a:spLocks noGrp="1"/>
          </p:cNvSpPr>
          <p:nvPr>
            <p:ph type="title"/>
          </p:nvPr>
        </p:nvSpPr>
        <p:spPr>
          <a:xfrm>
            <a:off x="677160" y="995040"/>
            <a:ext cx="8596080" cy="549000"/>
          </a:xfrm>
          <a:prstGeom prst="rect">
            <a:avLst/>
          </a:prstGeom>
          <a:noFill/>
          <a:ln w="0">
            <a:noFill/>
          </a:ln>
        </p:spPr>
        <p:txBody>
          <a:bodyPr lIns="0" tIns="0" rIns="0" bIns="0" anchor="ctr">
            <a:spAutoFit/>
          </a:bodyPr>
          <a:p>
            <a:pPr indent="0" algn="l" defTabSz="457200">
              <a:buNone/>
              <a:tabLst>
                <a:tab pos="0" algn="l"/>
              </a:tabLst>
            </a:pPr>
            <a:endParaRPr lang="nl-NL" sz="3600" b="0" u="none" strike="noStrike">
              <a:solidFill>
                <a:schemeClr val="accent1"/>
              </a:solidFill>
              <a:effectLst/>
              <a:uFillTx/>
              <a:latin typeface="Trebuchet MS"/>
            </a:endParaRPr>
          </a:p>
        </p:txBody>
      </p:sp>
      <p:sp>
        <p:nvSpPr>
          <p:cNvPr id="342" name="PlaceHolder 2"/>
          <p:cNvSpPr>
            <a:spLocks noGrp="1"/>
          </p:cNvSpPr>
          <p:nvPr>
            <p:ph type="subTitle"/>
          </p:nvPr>
        </p:nvSpPr>
        <p:spPr>
          <a:xfrm>
            <a:off x="677160" y="2160720"/>
            <a:ext cx="8596080" cy="38800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60A100BA-BFE6-467E-AB90-D331E1457E68}"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2">
    <p:spTree>
      <p:nvGrpSpPr>
        <p:cNvPr id="1" name=""/>
        <p:cNvGrpSpPr/>
        <p:nvPr/>
      </p:nvGrpSpPr>
      <p:grpSpPr>
        <a:xfrm>
          <a:off x="0" y="0"/>
          <a:ext cx="0" cy="0"/>
          <a:chOff x="0" y="0"/>
          <a:chExt cx="0" cy="0"/>
        </a:xfrm>
      </p:grpSpPr>
      <p:sp>
        <p:nvSpPr>
          <p:cNvPr id="343" name="PlaceHolder 1"/>
          <p:cNvSpPr>
            <a:spLocks noGrp="1"/>
          </p:cNvSpPr>
          <p:nvPr>
            <p:ph type="title"/>
          </p:nvPr>
        </p:nvSpPr>
        <p:spPr>
          <a:xfrm>
            <a:off x="677160" y="995040"/>
            <a:ext cx="8596080" cy="549000"/>
          </a:xfrm>
          <a:prstGeom prst="rect">
            <a:avLst/>
          </a:prstGeom>
          <a:noFill/>
          <a:ln w="0">
            <a:noFill/>
          </a:ln>
        </p:spPr>
        <p:txBody>
          <a:bodyPr lIns="0" tIns="0" rIns="0" bIns="0" anchor="ctr">
            <a:spAutoFit/>
          </a:bodyPr>
          <a:p>
            <a:pPr indent="0" algn="l" defTabSz="457200">
              <a:buNone/>
              <a:tabLst>
                <a:tab pos="0" algn="l"/>
              </a:tabLst>
            </a:pPr>
            <a:endParaRPr lang="nl-NL" sz="3600" b="0" u="none" strike="noStrike">
              <a:solidFill>
                <a:schemeClr val="accent1"/>
              </a:solidFill>
              <a:effectLst/>
              <a:uFillTx/>
              <a:latin typeface="Trebuchet MS"/>
            </a:endParaRPr>
          </a:p>
        </p:txBody>
      </p:sp>
      <p:sp>
        <p:nvSpPr>
          <p:cNvPr id="344"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defTabSz="457200">
              <a:spcBef>
                <a:spcPts val="1001"/>
              </a:spcBef>
              <a:buNone/>
            </a:pPr>
            <a:endParaRPr lang="nl-NL" sz="1800" b="0" u="none" strike="noStrike">
              <a:solidFill>
                <a:schemeClr val="dk1">
                  <a:lumMod val="75000"/>
                  <a:lumOff val="25000"/>
                </a:schemeClr>
              </a:solidFill>
              <a:effectLst/>
              <a:uFillTx/>
              <a:latin typeface="Trebuchet MS"/>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AC1161ED-F275-4711-B35A-D22A55D999E5}"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2">
    <p:spTree>
      <p:nvGrpSpPr>
        <p:cNvPr id="1" name=""/>
        <p:cNvGrpSpPr/>
        <p:nvPr/>
      </p:nvGrpSpPr>
      <p:grpSpPr>
        <a:xfrm>
          <a:off x="0" y="0"/>
          <a:ext cx="0" cy="0"/>
          <a:chOff x="0" y="0"/>
          <a:chExt cx="0" cy="0"/>
        </a:xfrm>
      </p:grpSpPr>
      <p:sp>
        <p:nvSpPr>
          <p:cNvPr id="345" name="PlaceHolder 1"/>
          <p:cNvSpPr>
            <a:spLocks noGrp="1"/>
          </p:cNvSpPr>
          <p:nvPr>
            <p:ph type="title"/>
          </p:nvPr>
        </p:nvSpPr>
        <p:spPr>
          <a:xfrm>
            <a:off x="677160" y="995040"/>
            <a:ext cx="8596080" cy="549000"/>
          </a:xfrm>
          <a:prstGeom prst="rect">
            <a:avLst/>
          </a:prstGeom>
          <a:noFill/>
          <a:ln w="0">
            <a:noFill/>
          </a:ln>
        </p:spPr>
        <p:txBody>
          <a:bodyPr lIns="0" tIns="0" rIns="0" bIns="0" anchor="ctr">
            <a:spAutoFit/>
          </a:bodyPr>
          <a:p>
            <a:pPr indent="0" algn="l" defTabSz="457200">
              <a:buNone/>
              <a:tabLst>
                <a:tab pos="0" algn="l"/>
              </a:tabLst>
            </a:pPr>
            <a:endParaRPr lang="nl-NL" sz="3600" b="0" u="none" strike="noStrike">
              <a:solidFill>
                <a:schemeClr val="accent1"/>
              </a:solidFill>
              <a:effectLst/>
              <a:uFillTx/>
              <a:latin typeface="Trebuchet MS"/>
            </a:endParaRPr>
          </a:p>
        </p:txBody>
      </p:sp>
      <p:sp>
        <p:nvSpPr>
          <p:cNvPr id="346"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defTabSz="457200">
              <a:spcBef>
                <a:spcPts val="1001"/>
              </a:spcBef>
              <a:buNone/>
            </a:pPr>
            <a:endParaRPr lang="nl-NL" sz="1800" b="0" u="none" strike="noStrike">
              <a:solidFill>
                <a:schemeClr val="dk1">
                  <a:lumMod val="75000"/>
                  <a:lumOff val="25000"/>
                </a:schemeClr>
              </a:solidFill>
              <a:effectLst/>
              <a:uFillTx/>
              <a:latin typeface="Trebuchet MS"/>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ABF5EC9B-0886-4DDA-8786-910AEAC8AA5F}" type="slidenum">
              <a:t>&lt;#&gt;</a:t>
            </a:fld>
          </a:p>
        </p:txBody>
      </p:sp>
      <p:sp>
        <p:nvSpPr>
          <p:cNvPr id="6" name="PlaceHolder 5"/>
          <p:cNvSpPr>
            <a:spLocks noGrp="1"/>
          </p:cNvSpPr>
          <p:nvPr>
            <p:ph type="dt" idx="57"/>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17.xml"/><Relationship Id="rId3"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2" name="Group 6"/>
          <p:cNvGrpSpPr/>
          <p:nvPr/>
        </p:nvGrpSpPr>
        <p:grpSpPr>
          <a:xfrm>
            <a:off x="0" y="-8640"/>
            <a:ext cx="12191400" cy="6867000"/>
            <a:chOff x="0" y="-8640"/>
            <a:chExt cx="12191400" cy="6867000"/>
          </a:xfrm>
        </p:grpSpPr>
        <p:cxnSp>
          <p:nvCxnSpPr>
            <p:cNvPr id="3" name="Straight Connector 19"/>
            <p:cNvCxnSpPr/>
            <p:nvPr/>
          </p:nvCxnSpPr>
          <p:spPr>
            <a:xfrm>
              <a:off x="9370800" y="0"/>
              <a:ext cx="1220040" cy="6858720"/>
            </a:xfrm>
            <a:prstGeom prst="straightConnector1">
              <a:avLst/>
            </a:prstGeom>
            <a:ln cap="rnd" w="9525">
              <a:solidFill>
                <a:srgbClr val="BFBFBF"/>
              </a:solidFill>
              <a:round/>
            </a:ln>
          </p:spPr>
        </p:cxnSp>
        <p:cxnSp>
          <p:nvCxnSpPr>
            <p:cNvPr id="4"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5"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6"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7"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8"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9"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0"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1"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2"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grpSp>
        <p:nvGrpSpPr>
          <p:cNvPr id="13" name="Group 6"/>
          <p:cNvGrpSpPr/>
          <p:nvPr/>
        </p:nvGrpSpPr>
        <p:grpSpPr>
          <a:xfrm>
            <a:off x="720" y="-8640"/>
            <a:ext cx="12190680" cy="6867000"/>
            <a:chOff x="720" y="-8640"/>
            <a:chExt cx="12190680" cy="6867000"/>
          </a:xfrm>
        </p:grpSpPr>
        <p:cxnSp>
          <p:nvCxnSpPr>
            <p:cNvPr id="14" name="Straight Connector 31"/>
            <p:cNvCxnSpPr/>
            <p:nvPr/>
          </p:nvCxnSpPr>
          <p:spPr>
            <a:xfrm>
              <a:off x="9370800" y="0"/>
              <a:ext cx="1220040" cy="6858720"/>
            </a:xfrm>
            <a:prstGeom prst="straightConnector1">
              <a:avLst/>
            </a:prstGeom>
            <a:ln cap="rnd" w="9525">
              <a:solidFill>
                <a:srgbClr val="BFBFBF"/>
              </a:solidFill>
              <a:round/>
            </a:ln>
          </p:spPr>
        </p:cxnSp>
        <p:cxnSp>
          <p:nvCxnSpPr>
            <p:cNvPr id="15"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16"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7"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8" name="Isosceles Triangle 26"/>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19"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0"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1"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2" name="Isosceles Triangle 30"/>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23" name="Isosceles Triangle 18"/>
            <p:cNvSpPr/>
            <p:nvPr/>
          </p:nvSpPr>
          <p:spPr>
            <a:xfrm rot="10800000">
              <a:off x="720" y="720"/>
              <a:ext cx="842040" cy="5665320"/>
            </a:xfrm>
            <a:prstGeom prst="triangle">
              <a:avLst>
                <a:gd name="adj" fmla="val 10000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24" name="PlaceHolder 1"/>
          <p:cNvSpPr>
            <a:spLocks noGrp="1"/>
          </p:cNvSpPr>
          <p:nvPr>
            <p:ph type="title"/>
          </p:nvPr>
        </p:nvSpPr>
        <p:spPr>
          <a:xfrm>
            <a:off x="677160" y="446400"/>
            <a:ext cx="8596080" cy="1646280"/>
          </a:xfrm>
          <a:prstGeom prst="rect">
            <a:avLst/>
          </a:prstGeom>
          <a:noFill/>
          <a:ln w="0">
            <a:noFill/>
          </a:ln>
        </p:spPr>
        <p:txBody>
          <a:bodyPr lIns="0" tIns="0" rIns="0" bIns="0" anchor="ctr">
            <a:spAutoFit/>
          </a:bodyPr>
          <a:lstStyle>
            <a:lvl1pPr indent="0" algn="l" defTabSz="457200">
              <a:buNone/>
              <a:tabLst>
                <a:tab pos="0" algn="l"/>
              </a:tabLst>
              <a:defRPr lang="nl-NL" sz="5400" b="0" u="none" strike="noStrike">
                <a:solidFill>
                  <a:schemeClr val="accent1"/>
                </a:solidFill>
                <a:effectLst/>
                <a:uFillTx/>
                <a:latin typeface="Trebuchet MS"/>
              </a:defRPr>
            </a:lvl1pPr>
          </a:lstStyle>
          <a:p>
            <a:pPr indent="0" algn="l" defTabSz="457200">
              <a:buNone/>
              <a:tabLst>
                <a:tab pos="0" algn="l"/>
              </a:tabLst>
            </a:pPr>
            <a:r>
              <a:rPr lang="nl-NL" sz="5400" b="0" u="none" strike="noStrike">
                <a:solidFill>
                  <a:schemeClr val="accent1"/>
                </a:solidFill>
                <a:effectLst/>
                <a:uFillTx/>
                <a:latin typeface="Trebuchet MS"/>
              </a:rPr>
              <a:t>Click to edit the title text format</a:t>
            </a:r>
            <a:endParaRPr lang="nl-NL" sz="5400" b="0" u="none" strike="noStrike">
              <a:solidFill>
                <a:schemeClr val="accent1"/>
              </a:solidFill>
              <a:effectLst/>
              <a:uFillTx/>
              <a:latin typeface="Trebuchet MS"/>
            </a:endParaRPr>
          </a:p>
        </p:txBody>
      </p:sp>
      <p:sp>
        <p:nvSpPr>
          <p:cNvPr id="25"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defTabSz="457200">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spcBef>
                <a:spcPts val="1001"/>
              </a:spcBef>
              <a:buClr>
                <a:srgbClr val="000000"/>
              </a:buClr>
              <a:buSzPct val="75000"/>
              <a:buFont typeface="Symbol" charset="2"/>
              <a:buChar char=""/>
              <a:defRPr lang="en-US" sz="1800" b="0" u="none" strike="noStrike">
                <a:solidFill>
                  <a:schemeClr val="dk1">
                    <a:lumMod val="75000"/>
                    <a:lumOff val="25000"/>
                  </a:schemeClr>
                </a:solidFill>
                <a:effectLst/>
                <a:uFillTx/>
                <a:latin typeface="Trebuchet MS"/>
              </a:defRPr>
            </a:lvl2pPr>
            <a:lvl3pPr lvl="2" algn="l" defTabSz="457200">
              <a:spcBef>
                <a:spcPts val="1001"/>
              </a:spcBef>
              <a:buClr>
                <a:srgbClr val="000000"/>
              </a:buClr>
              <a:buSzPct val="45000"/>
              <a:buFont typeface="Wingdings" charset="2"/>
              <a:buChar char=""/>
              <a:defRPr lang="en-US" sz="1800" b="0" u="none" strike="noStrike">
                <a:solidFill>
                  <a:schemeClr val="dk1">
                    <a:lumMod val="75000"/>
                    <a:lumOff val="25000"/>
                  </a:schemeClr>
                </a:solidFill>
                <a:effectLst/>
                <a:uFillTx/>
                <a:latin typeface="Trebuchet MS"/>
              </a:defRPr>
            </a:lvl3pPr>
            <a:lvl4pPr lvl="3" algn="l" defTabSz="457200">
              <a:spcBef>
                <a:spcPts val="1001"/>
              </a:spcBef>
              <a:buClr>
                <a:srgbClr val="000000"/>
              </a:buClr>
              <a:buSzPct val="75000"/>
              <a:buFont typeface="Symbol" charset="2"/>
              <a:buChar char=""/>
              <a:defRPr lang="en-US" sz="1800" b="0" u="none" strike="noStrike">
                <a:solidFill>
                  <a:schemeClr val="dk1">
                    <a:lumMod val="75000"/>
                    <a:lumOff val="25000"/>
                  </a:schemeClr>
                </a:solidFill>
                <a:effectLst/>
                <a:uFillTx/>
                <a:latin typeface="Trebuchet MS"/>
              </a:defRPr>
            </a:lvl4pPr>
            <a:lvl5pPr lvl="4" algn="l" defTabSz="457200">
              <a:spcBef>
                <a:spcPts val="1001"/>
              </a:spcBef>
              <a:buClr>
                <a:srgbClr val="000000"/>
              </a:buClr>
              <a:buSzPct val="45000"/>
              <a:buFont typeface="Wingdings" charset="2"/>
              <a:buChar char=""/>
              <a:defRPr lang="en-US" sz="1800" b="0" u="none" strike="noStrike">
                <a:solidFill>
                  <a:schemeClr val="dk1">
                    <a:lumMod val="75000"/>
                    <a:lumOff val="25000"/>
                  </a:schemeClr>
                </a:solidFill>
                <a:effectLst/>
                <a:uFillTx/>
                <a:latin typeface="Trebuchet MS"/>
              </a:defRPr>
            </a:lvl5pPr>
            <a:lvl6pPr lvl="5" algn="l" defTabSz="457200">
              <a:spcBef>
                <a:spcPts val="283"/>
              </a:spcBef>
              <a:buClr>
                <a:srgbClr val="000000"/>
              </a:buClr>
              <a:buSzPct val="45000"/>
              <a:buFont typeface="Wingdings" charset="2"/>
              <a:buChar char=""/>
              <a:defRPr lang="en-US" sz="1800" b="0" u="none" strike="noStrike">
                <a:solidFill>
                  <a:schemeClr val="dk1">
                    <a:lumMod val="75000"/>
                    <a:lumOff val="25000"/>
                  </a:schemeClr>
                </a:solidFill>
                <a:effectLst/>
                <a:uFillTx/>
                <a:latin typeface="Trebuchet MS"/>
              </a:defRPr>
            </a:lvl6pPr>
            <a:lvl7pPr lvl="6" algn="l" defTabSz="457200">
              <a:spcBef>
                <a:spcPts val="283"/>
              </a:spcBef>
              <a:buClr>
                <a:srgbClr val="000000"/>
              </a:buClr>
              <a:buSzPct val="45000"/>
              <a:buFont typeface="Wingdings" charset="2"/>
              <a:buChar char=""/>
              <a:defRPr lang="en-US" sz="1800" b="0" u="none" strike="noStrike">
                <a:solidFill>
                  <a:schemeClr val="dk1">
                    <a:lumMod val="75000"/>
                    <a:lumOff val="25000"/>
                  </a:schemeClr>
                </a:solidFill>
                <a:effectLst/>
                <a:uFillTx/>
                <a:latin typeface="Trebuchet MS"/>
              </a:defRPr>
            </a:lvl7pPr>
          </a:lstStyle>
          <a:p>
            <a:pPr indent="-324000" algn="l" defTabSz="457200">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the outline text format</a:t>
            </a:r>
            <a:endParaRPr lang="en-US" sz="1800" b="0" u="none" strike="noStrike">
              <a:solidFill>
                <a:schemeClr val="dk1">
                  <a:lumMod val="75000"/>
                  <a:lumOff val="25000"/>
                </a:schemeClr>
              </a:solidFill>
              <a:effectLst/>
              <a:uFillTx/>
              <a:latin typeface="Trebuchet MS"/>
            </a:endParaRPr>
          </a:p>
          <a:p>
            <a:pPr marL="864000" lvl="1" indent="-324000" algn="l" defTabSz="457200">
              <a:spcBef>
                <a:spcPts val="1001"/>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Second Outline Level</a:t>
            </a:r>
            <a:endParaRPr lang="en-US" sz="1800" b="0" u="none" strike="noStrike">
              <a:solidFill>
                <a:schemeClr val="dk1">
                  <a:lumMod val="75000"/>
                  <a:lumOff val="25000"/>
                </a:schemeClr>
              </a:solidFill>
              <a:effectLst/>
              <a:uFillTx/>
              <a:latin typeface="Trebuchet MS"/>
            </a:endParaRPr>
          </a:p>
          <a:p>
            <a:pPr marL="1296000" lvl="2" indent="-288000" algn="l" defTabSz="457200">
              <a:spcBef>
                <a:spcPts val="1001"/>
              </a:spcBef>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Third Outline Level</a:t>
            </a:r>
            <a:endParaRPr lang="en-US" sz="1800" b="0" u="none" strike="noStrike">
              <a:solidFill>
                <a:schemeClr val="dk1">
                  <a:lumMod val="75000"/>
                  <a:lumOff val="25000"/>
                </a:schemeClr>
              </a:solidFill>
              <a:effectLst/>
              <a:uFillTx/>
              <a:latin typeface="Trebuchet MS"/>
            </a:endParaRPr>
          </a:p>
          <a:p>
            <a:pPr marL="1728000" lvl="3" indent="-216000" algn="l" defTabSz="457200">
              <a:spcBef>
                <a:spcPts val="1001"/>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Fourth Outline Level</a:t>
            </a:r>
            <a:endParaRPr lang="en-US" sz="1800" b="0" u="none" strike="noStrike">
              <a:solidFill>
                <a:schemeClr val="dk1">
                  <a:lumMod val="75000"/>
                  <a:lumOff val="25000"/>
                </a:schemeClr>
              </a:solidFill>
              <a:effectLst/>
              <a:uFillTx/>
              <a:latin typeface="Trebuchet MS"/>
            </a:endParaRPr>
          </a:p>
          <a:p>
            <a:pPr marL="2160000" lvl="4" indent="-216000" algn="l" defTabSz="457200">
              <a:spcBef>
                <a:spcPts val="1001"/>
              </a:spcBef>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Fifth Outline Level</a:t>
            </a:r>
            <a:endParaRPr lang="en-US" sz="1800" b="0" u="none" strike="noStrike">
              <a:solidFill>
                <a:schemeClr val="dk1">
                  <a:lumMod val="75000"/>
                  <a:lumOff val="25000"/>
                </a:schemeClr>
              </a:solidFill>
              <a:effectLst/>
              <a:uFillTx/>
              <a:latin typeface="Trebuchet MS"/>
            </a:endParaRPr>
          </a:p>
          <a:p>
            <a:pPr marL="2592000" lvl="5" indent="-216000" algn="l" defTabSz="457200">
              <a:spcBef>
                <a:spcPts val="283"/>
              </a:spcBef>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Sixth Outline Level</a:t>
            </a:r>
            <a:endParaRPr lang="en-US" sz="1800" b="0" u="none" strike="noStrike">
              <a:solidFill>
                <a:schemeClr val="dk1">
                  <a:lumMod val="75000"/>
                  <a:lumOff val="25000"/>
                </a:schemeClr>
              </a:solidFill>
              <a:effectLst/>
              <a:uFillTx/>
              <a:latin typeface="Trebuchet MS"/>
            </a:endParaRPr>
          </a:p>
          <a:p>
            <a:pPr marL="3024000" lvl="6" indent="-216000" algn="l" defTabSz="457200">
              <a:spcBef>
                <a:spcPts val="283"/>
              </a:spcBef>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Seventh Outline Level</a:t>
            </a:r>
            <a:endParaRPr lang="en-US" sz="1800" b="0" u="none" strike="noStrike">
              <a:solidFill>
                <a:schemeClr val="dk1">
                  <a:lumMod val="75000"/>
                  <a:lumOff val="25000"/>
                </a:schemeClr>
              </a:solidFill>
              <a:effectLst/>
              <a:uFillTx/>
              <a:latin typeface="Trebuchet MS"/>
            </a:endParaRPr>
          </a:p>
        </p:txBody>
      </p:sp>
      <p:sp>
        <p:nvSpPr>
          <p:cNvPr id="26" name="PlaceHolder 3"/>
          <p:cNvSpPr>
            <a:spLocks noGrp="1"/>
          </p:cNvSpPr>
          <p:nvPr>
            <p:ph type="ftr" idx="1"/>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7" name="PlaceHolder 4"/>
          <p:cNvSpPr>
            <a:spLocks noGrp="1"/>
          </p:cNvSpPr>
          <p:nvPr>
            <p:ph type="sldNum" idx="2"/>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0D26AFFB-11B5-4DD2-AF65-B86149D09E12}"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8" name="PlaceHolder 5"/>
          <p:cNvSpPr>
            <a:spLocks noGrp="1"/>
          </p:cNvSpPr>
          <p:nvPr>
            <p:ph type="dt" idx="3"/>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1" name="Group 6"/>
          <p:cNvGrpSpPr/>
          <p:nvPr/>
        </p:nvGrpSpPr>
        <p:grpSpPr>
          <a:xfrm>
            <a:off x="0" y="-8640"/>
            <a:ext cx="12191400" cy="6867000"/>
            <a:chOff x="0" y="-8640"/>
            <a:chExt cx="12191400" cy="6867000"/>
          </a:xfrm>
        </p:grpSpPr>
        <p:cxnSp>
          <p:nvCxnSpPr>
            <p:cNvPr id="32" name="Straight Connector 19"/>
            <p:cNvCxnSpPr/>
            <p:nvPr/>
          </p:nvCxnSpPr>
          <p:spPr>
            <a:xfrm>
              <a:off x="9370800" y="0"/>
              <a:ext cx="1220040" cy="6858720"/>
            </a:xfrm>
            <a:prstGeom prst="straightConnector1">
              <a:avLst/>
            </a:prstGeom>
            <a:ln cap="rnd" w="9525">
              <a:solidFill>
                <a:srgbClr val="BFBFBF"/>
              </a:solidFill>
              <a:round/>
            </a:ln>
          </p:spPr>
        </p:cxnSp>
        <p:cxnSp>
          <p:nvCxnSpPr>
            <p:cNvPr id="33"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34"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5"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6"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7"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8"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9"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0"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1"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grpSp>
        <p:nvGrpSpPr>
          <p:cNvPr id="42" name="Group 6"/>
          <p:cNvGrpSpPr/>
          <p:nvPr/>
        </p:nvGrpSpPr>
        <p:grpSpPr>
          <a:xfrm>
            <a:off x="720" y="-8640"/>
            <a:ext cx="12190680" cy="6867000"/>
            <a:chOff x="720" y="-8640"/>
            <a:chExt cx="12190680" cy="6867000"/>
          </a:xfrm>
        </p:grpSpPr>
        <p:cxnSp>
          <p:nvCxnSpPr>
            <p:cNvPr id="43" name="Straight Connector 31"/>
            <p:cNvCxnSpPr/>
            <p:nvPr/>
          </p:nvCxnSpPr>
          <p:spPr>
            <a:xfrm>
              <a:off x="9370800" y="0"/>
              <a:ext cx="1220040" cy="6858720"/>
            </a:xfrm>
            <a:prstGeom prst="straightConnector1">
              <a:avLst/>
            </a:prstGeom>
            <a:ln cap="rnd" w="9525">
              <a:solidFill>
                <a:srgbClr val="BFBFBF"/>
              </a:solidFill>
              <a:round/>
            </a:ln>
          </p:spPr>
        </p:cxnSp>
        <p:cxnSp>
          <p:nvCxnSpPr>
            <p:cNvPr id="44"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45"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6"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7" name="Isosceles Triangle 26"/>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8"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9"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50"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51" name="Isosceles Triangle 30"/>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52" name="Isosceles Triangle 18"/>
            <p:cNvSpPr/>
            <p:nvPr/>
          </p:nvSpPr>
          <p:spPr>
            <a:xfrm rot="10800000">
              <a:off x="720" y="720"/>
              <a:ext cx="842040" cy="5665320"/>
            </a:xfrm>
            <a:prstGeom prst="triangle">
              <a:avLst>
                <a:gd name="adj" fmla="val 10000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53" name="PlaceHolder 1"/>
          <p:cNvSpPr>
            <a:spLocks noGrp="1"/>
          </p:cNvSpPr>
          <p:nvPr>
            <p:ph type="title"/>
          </p:nvPr>
        </p:nvSpPr>
        <p:spPr>
          <a:xfrm>
            <a:off x="677160" y="446400"/>
            <a:ext cx="8596080" cy="1646280"/>
          </a:xfrm>
          <a:prstGeom prst="rect">
            <a:avLst/>
          </a:prstGeom>
          <a:noFill/>
          <a:ln w="0">
            <a:noFill/>
          </a:ln>
        </p:spPr>
        <p:txBody>
          <a:bodyPr lIns="0" tIns="0" rIns="0" bIns="0" anchor="ctr">
            <a:spAutoFit/>
          </a:bodyPr>
          <a:lstStyle>
            <a:lvl1pPr indent="0" algn="l" defTabSz="457200">
              <a:buNone/>
              <a:tabLst>
                <a:tab pos="0" algn="l"/>
              </a:tabLst>
              <a:defRPr lang="nl-NL" sz="5400" b="0" u="none" strike="noStrike">
                <a:solidFill>
                  <a:schemeClr val="accent1"/>
                </a:solidFill>
                <a:effectLst/>
                <a:uFillTx/>
                <a:latin typeface="Trebuchet MS"/>
              </a:defRPr>
            </a:lvl1pPr>
          </a:lstStyle>
          <a:p>
            <a:pPr indent="0" algn="l" defTabSz="457200">
              <a:buNone/>
              <a:tabLst>
                <a:tab pos="0" algn="l"/>
              </a:tabLst>
            </a:pPr>
            <a:r>
              <a:rPr lang="nl-NL" sz="5400" b="0" u="none" strike="noStrike">
                <a:solidFill>
                  <a:schemeClr val="accent1"/>
                </a:solidFill>
                <a:effectLst/>
                <a:uFillTx/>
                <a:latin typeface="Trebuchet MS"/>
              </a:rPr>
              <a:t>Click to edit the title text format</a:t>
            </a:r>
            <a:endParaRPr lang="nl-NL" sz="5400" b="0" u="none" strike="noStrike">
              <a:solidFill>
                <a:schemeClr val="accent1"/>
              </a:solidFill>
              <a:effectLst/>
              <a:uFillTx/>
              <a:latin typeface="Trebuchet MS"/>
            </a:endParaRPr>
          </a:p>
        </p:txBody>
      </p:sp>
      <p:sp>
        <p:nvSpPr>
          <p:cNvPr id="54" name="PlaceHolder 2"/>
          <p:cNvSpPr>
            <a:spLocks noGrp="1"/>
          </p:cNvSpPr>
          <p:nvPr>
            <p:ph type="ftr" idx="4"/>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5" name="PlaceHolder 3"/>
          <p:cNvSpPr>
            <a:spLocks noGrp="1"/>
          </p:cNvSpPr>
          <p:nvPr>
            <p:ph type="sldNum" idx="5"/>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DBF0C797-7EAC-4B57-8BB0-AB691DC5A565}" type="slidenum">
              <a:rPr lang="nl-BE"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
        <p:nvSpPr>
          <p:cNvPr id="56" name="PlaceHolder 4"/>
          <p:cNvSpPr>
            <a:spLocks noGrp="1"/>
          </p:cNvSpPr>
          <p:nvPr>
            <p:ph type="dt" idx="6"/>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spcBef>
                <a:spcPts val="1001"/>
              </a:spcBef>
              <a:buClr>
                <a:srgbClr val="000000"/>
              </a:buClr>
              <a:buSzPct val="75000"/>
              <a:buFont typeface="Symbol" charset="2"/>
              <a:buChar char=""/>
              <a:defRPr lang="en-US" sz="1600" b="0" u="none" strike="noStrike">
                <a:solidFill>
                  <a:schemeClr val="dk1">
                    <a:lumMod val="75000"/>
                    <a:lumOff val="25000"/>
                  </a:schemeClr>
                </a:solidFill>
                <a:effectLst/>
                <a:uFillTx/>
                <a:latin typeface="Trebuchet MS"/>
              </a:defRPr>
            </a:lvl2pPr>
            <a:lvl3pPr lvl="2" algn="l" defTabSz="457200">
              <a:spcBef>
                <a:spcPts val="1001"/>
              </a:spcBef>
              <a:buClr>
                <a:srgbClr val="000000"/>
              </a:buClr>
              <a:buSzPct val="45000"/>
              <a:buFont typeface="Wingdings" charset="2"/>
              <a:buChar char=""/>
              <a:defRPr lang="en-US" sz="1400" b="0" u="none" strike="noStrike">
                <a:solidFill>
                  <a:schemeClr val="dk1">
                    <a:lumMod val="75000"/>
                    <a:lumOff val="25000"/>
                  </a:schemeClr>
                </a:solidFill>
                <a:effectLst/>
                <a:uFillTx/>
                <a:latin typeface="Trebuchet MS"/>
              </a:defRPr>
            </a:lvl3pPr>
            <a:lvl4pPr lvl="3" algn="l" defTabSz="457200">
              <a:spcBef>
                <a:spcPts val="1001"/>
              </a:spcBef>
              <a:buClr>
                <a:srgbClr val="000000"/>
              </a:buClr>
              <a:buSzPct val="75000"/>
              <a:buFont typeface="Symbol" charset="2"/>
              <a:buChar char=""/>
              <a:defRPr lang="en-US" sz="1200" b="0" u="none" strike="noStrike">
                <a:solidFill>
                  <a:schemeClr val="dk1">
                    <a:lumMod val="75000"/>
                    <a:lumOff val="25000"/>
                  </a:schemeClr>
                </a:solidFill>
                <a:effectLst/>
                <a:uFillTx/>
                <a:latin typeface="Trebuchet MS"/>
              </a:defRPr>
            </a:lvl4pPr>
            <a:lvl5pPr lvl="4" algn="l" defTabSz="457200">
              <a:spcBef>
                <a:spcPts val="1001"/>
              </a:spcBef>
              <a:buClr>
                <a:srgbClr val="000000"/>
              </a:buClr>
              <a:buSzPct val="45000"/>
              <a:buFont typeface="Wingdings" charset="2"/>
              <a:buChar char=""/>
              <a:defRPr lang="en-US" sz="1200" b="0" u="none" strike="noStrike">
                <a:solidFill>
                  <a:schemeClr val="dk1">
                    <a:lumMod val="75000"/>
                    <a:lumOff val="25000"/>
                  </a:schemeClr>
                </a:solidFill>
                <a:effectLst/>
                <a:uFillTx/>
                <a:latin typeface="Trebuchet MS"/>
              </a:defRPr>
            </a:lvl5pPr>
            <a:lvl6pPr lvl="5" algn="l" defTabSz="457200">
              <a:spcBef>
                <a:spcPts val="283"/>
              </a:spcBef>
              <a:buClr>
                <a:srgbClr val="000000"/>
              </a:buClr>
              <a:buSzPct val="45000"/>
              <a:buFont typeface="Wingdings" charset="2"/>
              <a:buChar char=""/>
              <a:defRPr lang="en-US" sz="2000" b="0" u="none" strike="noStrike">
                <a:solidFill>
                  <a:schemeClr val="dk1">
                    <a:lumMod val="75000"/>
                    <a:lumOff val="25000"/>
                  </a:schemeClr>
                </a:solidFill>
                <a:effectLst/>
                <a:uFillTx/>
                <a:latin typeface="Trebuchet MS"/>
              </a:defRPr>
            </a:lvl6pPr>
            <a:lvl7pPr lvl="6" algn="l" defTabSz="457200">
              <a:spcBef>
                <a:spcPts val="283"/>
              </a:spcBef>
              <a:buClr>
                <a:srgbClr val="000000"/>
              </a:buClr>
              <a:buSzPct val="45000"/>
              <a:buFont typeface="Wingdings" charset="2"/>
              <a:buChar char=""/>
              <a:defRPr lang="en-US" sz="2000" b="0" u="none" strike="noStrike">
                <a:solidFill>
                  <a:schemeClr val="dk1">
                    <a:lumMod val="75000"/>
                    <a:lumOff val="25000"/>
                  </a:schemeClr>
                </a:solidFill>
                <a:effectLst/>
                <a:uFillTx/>
                <a:latin typeface="Trebuchet MS"/>
              </a:defRPr>
            </a:lvl7pPr>
          </a:lstStyle>
          <a:p>
            <a:pPr indent="-324000" algn="l" defTabSz="457200">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the outline text format</a:t>
            </a:r>
            <a:endParaRPr lang="en-US" sz="1800" b="0" u="none" strike="noStrike">
              <a:solidFill>
                <a:schemeClr val="dk1">
                  <a:lumMod val="75000"/>
                  <a:lumOff val="25000"/>
                </a:schemeClr>
              </a:solidFill>
              <a:effectLst/>
              <a:uFillTx/>
              <a:latin typeface="Trebuchet MS"/>
            </a:endParaRPr>
          </a:p>
          <a:p>
            <a:pPr marL="864000" lvl="1" indent="-324000" algn="l" defTabSz="457200">
              <a:spcBef>
                <a:spcPts val="1001"/>
              </a:spcBef>
              <a:buClr>
                <a:srgbClr val="000000"/>
              </a:buClr>
              <a:buSzPct val="75000"/>
              <a:buFont typeface="Symbol" charset="2"/>
              <a:buChar char=""/>
            </a:pPr>
            <a:r>
              <a:rPr lang="en-US" sz="1600" b="0" u="none" strike="noStrike">
                <a:solidFill>
                  <a:schemeClr val="dk1">
                    <a:lumMod val="75000"/>
                    <a:lumOff val="25000"/>
                  </a:schemeClr>
                </a:solidFill>
                <a:effectLst/>
                <a:uFillTx/>
                <a:latin typeface="Trebuchet MS"/>
              </a:rPr>
              <a:t>Second Outline Level</a:t>
            </a:r>
            <a:endParaRPr lang="en-US" sz="1600" b="0" u="none" strike="noStrike">
              <a:solidFill>
                <a:schemeClr val="dk1">
                  <a:lumMod val="75000"/>
                  <a:lumOff val="25000"/>
                </a:schemeClr>
              </a:solidFill>
              <a:effectLst/>
              <a:uFillTx/>
              <a:latin typeface="Trebuchet MS"/>
            </a:endParaRPr>
          </a:p>
          <a:p>
            <a:pPr marL="1296000" lvl="2" indent="-288000" algn="l" defTabSz="457200">
              <a:spcBef>
                <a:spcPts val="1001"/>
              </a:spcBef>
              <a:buClr>
                <a:srgbClr val="000000"/>
              </a:buClr>
              <a:buSzPct val="45000"/>
              <a:buFont typeface="Wingdings" charset="2"/>
              <a:buChar char=""/>
            </a:pPr>
            <a:r>
              <a:rPr lang="en-US" sz="1400" b="0" u="none" strike="noStrike">
                <a:solidFill>
                  <a:schemeClr val="dk1">
                    <a:lumMod val="75000"/>
                    <a:lumOff val="25000"/>
                  </a:schemeClr>
                </a:solidFill>
                <a:effectLst/>
                <a:uFillTx/>
                <a:latin typeface="Trebuchet MS"/>
              </a:rPr>
              <a:t>Third Outline Level</a:t>
            </a:r>
            <a:endParaRPr lang="en-US" sz="1400" b="0" u="none" strike="noStrike">
              <a:solidFill>
                <a:schemeClr val="dk1">
                  <a:lumMod val="75000"/>
                  <a:lumOff val="25000"/>
                </a:schemeClr>
              </a:solidFill>
              <a:effectLst/>
              <a:uFillTx/>
              <a:latin typeface="Trebuchet MS"/>
            </a:endParaRPr>
          </a:p>
          <a:p>
            <a:pPr marL="1728000" lvl="3" indent="-216000" algn="l" defTabSz="457200">
              <a:spcBef>
                <a:spcPts val="1001"/>
              </a:spcBef>
              <a:buClr>
                <a:srgbClr val="000000"/>
              </a:buClr>
              <a:buSzPct val="75000"/>
              <a:buFont typeface="Symbol" charset="2"/>
              <a:buChar char=""/>
            </a:pPr>
            <a:r>
              <a:rPr lang="en-US" sz="1200" b="0" u="none" strike="noStrike">
                <a:solidFill>
                  <a:schemeClr val="dk1">
                    <a:lumMod val="75000"/>
                    <a:lumOff val="25000"/>
                  </a:schemeClr>
                </a:solidFill>
                <a:effectLst/>
                <a:uFillTx/>
                <a:latin typeface="Trebuchet MS"/>
              </a:rPr>
              <a:t>Fourth Outline Level</a:t>
            </a:r>
            <a:endParaRPr lang="en-US" sz="1200" b="0" u="none" strike="noStrike">
              <a:solidFill>
                <a:schemeClr val="dk1">
                  <a:lumMod val="75000"/>
                  <a:lumOff val="25000"/>
                </a:schemeClr>
              </a:solidFill>
              <a:effectLst/>
              <a:uFillTx/>
              <a:latin typeface="Trebuchet MS"/>
            </a:endParaRPr>
          </a:p>
          <a:p>
            <a:pPr marL="2160000" lvl="4" indent="-216000" algn="l" defTabSz="457200">
              <a:spcBef>
                <a:spcPts val="1001"/>
              </a:spcBef>
              <a:buClr>
                <a:srgbClr val="000000"/>
              </a:buClr>
              <a:buSzPct val="45000"/>
              <a:buFont typeface="Wingdings" charset="2"/>
              <a:buChar char=""/>
            </a:pPr>
            <a:r>
              <a:rPr lang="en-US" sz="1200" b="0" u="none" strike="noStrike">
                <a:solidFill>
                  <a:schemeClr val="dk1">
                    <a:lumMod val="75000"/>
                    <a:lumOff val="25000"/>
                  </a:schemeClr>
                </a:solidFill>
                <a:effectLst/>
                <a:uFillTx/>
                <a:latin typeface="Trebuchet MS"/>
              </a:rPr>
              <a:t>Fifth Outline Level</a:t>
            </a:r>
            <a:endParaRPr lang="en-US" sz="1200" b="0" u="none" strike="noStrike">
              <a:solidFill>
                <a:schemeClr val="dk1">
                  <a:lumMod val="75000"/>
                  <a:lumOff val="25000"/>
                </a:schemeClr>
              </a:solidFill>
              <a:effectLst/>
              <a:uFillTx/>
              <a:latin typeface="Trebuchet MS"/>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Sixth Outline Level</a:t>
            </a:r>
            <a:endParaRPr lang="en-US" sz="2000" b="0" u="none" strike="noStrike">
              <a:solidFill>
                <a:schemeClr val="dk1">
                  <a:lumMod val="75000"/>
                  <a:lumOff val="25000"/>
                </a:schemeClr>
              </a:solidFill>
              <a:effectLst/>
              <a:uFillTx/>
              <a:latin typeface="Trebuchet MS"/>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Seventh Outline Level</a:t>
            </a:r>
            <a:endParaRPr lang="en-US" sz="2000" b="0" u="none" strike="noStrike">
              <a:solidFill>
                <a:schemeClr val="dk1">
                  <a:lumMod val="75000"/>
                  <a:lumOff val="25000"/>
                </a:schemeClr>
              </a:solidFill>
              <a:effectLst/>
              <a:uFillTx/>
              <a:latin typeface="Trebuchet MS"/>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5" r:id="rId14"/>
    <p:sldLayoutId id="2147483666" r:id="rId15"/>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8" r:id="rId2"/>
    <p:sldLayoutId id="2147483669" r:id="rId3"/>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25" name="Group 6"/>
          <p:cNvGrpSpPr/>
          <p:nvPr/>
        </p:nvGrpSpPr>
        <p:grpSpPr>
          <a:xfrm>
            <a:off x="0" y="-8640"/>
            <a:ext cx="12191400" cy="6867000"/>
            <a:chOff x="0" y="-8640"/>
            <a:chExt cx="12191400" cy="6867000"/>
          </a:xfrm>
        </p:grpSpPr>
        <p:cxnSp>
          <p:nvCxnSpPr>
            <p:cNvPr id="326" name="Straight Connector 19"/>
            <p:cNvCxnSpPr/>
            <p:nvPr/>
          </p:nvCxnSpPr>
          <p:spPr>
            <a:xfrm>
              <a:off x="9370800" y="0"/>
              <a:ext cx="1220040" cy="6858720"/>
            </a:xfrm>
            <a:prstGeom prst="straightConnector1">
              <a:avLst/>
            </a:prstGeom>
            <a:ln cap="rnd" w="9525">
              <a:solidFill>
                <a:srgbClr val="BFBFBF"/>
              </a:solidFill>
              <a:round/>
            </a:ln>
          </p:spPr>
        </p:cxnSp>
        <p:cxnSp>
          <p:nvCxnSpPr>
            <p:cNvPr id="327" name="Straight Connector 20"/>
            <p:cNvCxnSpPr/>
            <p:nvPr/>
          </p:nvCxnSpPr>
          <p:spPr>
            <a:xfrm flipH="1">
              <a:off x="7425000" y="3681360"/>
              <a:ext cx="4764240" cy="3177360"/>
            </a:xfrm>
            <a:prstGeom prst="straightConnector1">
              <a:avLst/>
            </a:prstGeom>
            <a:ln cap="rnd" w="9525">
              <a:solidFill>
                <a:srgbClr val="D9D9D9"/>
              </a:solidFill>
              <a:round/>
            </a:ln>
          </p:spPr>
        </p:cxnSp>
        <p:sp>
          <p:nvSpPr>
            <p:cNvPr id="328"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29"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30" name="Isosceles Triangle 23"/>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31"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32"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33"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34" name="Isosceles Triangle 27"/>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35" name="Isosceles Triangle 28"/>
            <p:cNvSpPr/>
            <p:nvPr/>
          </p:nvSpPr>
          <p:spPr>
            <a:xfrm>
              <a:off x="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grpSp>
      <p:sp>
        <p:nvSpPr>
          <p:cNvPr id="336" name="PlaceHolder 1"/>
          <p:cNvSpPr>
            <a:spLocks noGrp="1"/>
          </p:cNvSpPr>
          <p:nvPr>
            <p:ph type="title"/>
          </p:nvPr>
        </p:nvSpPr>
        <p:spPr>
          <a:xfrm>
            <a:off x="677160" y="995040"/>
            <a:ext cx="8596080" cy="549000"/>
          </a:xfrm>
          <a:prstGeom prst="rect">
            <a:avLst/>
          </a:prstGeom>
          <a:noFill/>
          <a:ln w="0">
            <a:noFill/>
          </a:ln>
        </p:spPr>
        <p:txBody>
          <a:bodyPr lIns="0" tIns="0" rIns="0" bIns="0" anchor="ctr">
            <a:spAutoFit/>
          </a:bodyPr>
          <a:lstStyle>
            <a:lvl1pPr indent="0" algn="l" defTabSz="457200">
              <a:buNone/>
              <a:tabLst>
                <a:tab pos="0" algn="l"/>
              </a:tabLst>
              <a:defRPr lang="nl-NL" sz="3600" b="0" u="none" strike="noStrike">
                <a:solidFill>
                  <a:schemeClr val="accent1"/>
                </a:solidFill>
                <a:effectLst/>
                <a:uFillTx/>
                <a:latin typeface="Trebuchet MS"/>
              </a:defRPr>
            </a:lvl1pPr>
          </a:lstStyle>
          <a:p>
            <a:pPr indent="0" algn="l" defTabSz="457200">
              <a:buNone/>
              <a:tabLst>
                <a:tab pos="0" algn="l"/>
              </a:tabLst>
            </a:pPr>
            <a:r>
              <a:rPr lang="nl-NL" sz="3600" b="0" u="none" strike="noStrike">
                <a:solidFill>
                  <a:schemeClr val="accent1"/>
                </a:solidFill>
                <a:effectLst/>
                <a:uFillTx/>
                <a:latin typeface="Trebuchet MS"/>
              </a:rPr>
              <a:t>Click to edit the title text format</a:t>
            </a:r>
            <a:endParaRPr lang="nl-NL" sz="3600" b="0" u="none" strike="noStrike">
              <a:solidFill>
                <a:schemeClr val="accent1"/>
              </a:solidFill>
              <a:effectLst/>
              <a:uFillTx/>
              <a:latin typeface="Trebuchet MS"/>
            </a:endParaRPr>
          </a:p>
        </p:txBody>
      </p:sp>
      <p:sp>
        <p:nvSpPr>
          <p:cNvPr id="337"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defTabSz="457200">
              <a:spcBef>
                <a:spcPts val="1001"/>
              </a:spcBef>
              <a:buClr>
                <a:srgbClr val="90C226"/>
              </a:buClr>
              <a:buSzPct val="80000"/>
              <a:buFont typeface="Wingdings 3" charset="2"/>
              <a:buChar char=""/>
              <a:defRPr lang="nl-NL" sz="1800" b="0" u="none" strike="noStrike">
                <a:solidFill>
                  <a:schemeClr val="dk1">
                    <a:lumMod val="75000"/>
                    <a:lumOff val="25000"/>
                  </a:schemeClr>
                </a:solidFill>
                <a:effectLst/>
                <a:uFillTx/>
                <a:latin typeface="Trebuchet MS"/>
              </a:defRPr>
            </a:lvl1pPr>
            <a:lvl2pPr lvl="1" algn="l" defTabSz="457200">
              <a:spcBef>
                <a:spcPts val="1001"/>
              </a:spcBef>
              <a:buClr>
                <a:srgbClr val="000000"/>
              </a:buClr>
              <a:buSzPct val="75000"/>
              <a:buFont typeface="Symbol" charset="2"/>
              <a:buChar char=""/>
              <a:defRPr lang="nl-NL" sz="1800" b="0" u="none" strike="noStrike">
                <a:solidFill>
                  <a:schemeClr val="dk1">
                    <a:lumMod val="75000"/>
                    <a:lumOff val="25000"/>
                  </a:schemeClr>
                </a:solidFill>
                <a:effectLst/>
                <a:uFillTx/>
                <a:latin typeface="Trebuchet MS"/>
              </a:defRPr>
            </a:lvl2pPr>
            <a:lvl3pPr lvl="2" algn="l" defTabSz="457200">
              <a:spcBef>
                <a:spcPts val="1001"/>
              </a:spcBef>
              <a:buClr>
                <a:srgbClr val="000000"/>
              </a:buClr>
              <a:buSzPct val="45000"/>
              <a:buFont typeface="Wingdings" charset="2"/>
              <a:buChar char=""/>
              <a:defRPr lang="nl-NL" sz="1800" b="0" u="none" strike="noStrike">
                <a:solidFill>
                  <a:schemeClr val="dk1">
                    <a:lumMod val="75000"/>
                    <a:lumOff val="25000"/>
                  </a:schemeClr>
                </a:solidFill>
                <a:effectLst/>
                <a:uFillTx/>
                <a:latin typeface="Trebuchet MS"/>
              </a:defRPr>
            </a:lvl3pPr>
            <a:lvl4pPr lvl="3" algn="l" defTabSz="457200">
              <a:spcBef>
                <a:spcPts val="1001"/>
              </a:spcBef>
              <a:buClr>
                <a:srgbClr val="000000"/>
              </a:buClr>
              <a:buSzPct val="75000"/>
              <a:buFont typeface="Symbol" charset="2"/>
              <a:buChar char=""/>
              <a:defRPr lang="nl-NL" sz="1800" b="0" u="none" strike="noStrike">
                <a:solidFill>
                  <a:schemeClr val="dk1">
                    <a:lumMod val="75000"/>
                    <a:lumOff val="25000"/>
                  </a:schemeClr>
                </a:solidFill>
                <a:effectLst/>
                <a:uFillTx/>
                <a:latin typeface="Trebuchet MS"/>
              </a:defRPr>
            </a:lvl4pPr>
            <a:lvl5pPr lvl="4" algn="l" defTabSz="457200">
              <a:spcBef>
                <a:spcPts val="1001"/>
              </a:spcBef>
              <a:buClr>
                <a:srgbClr val="000000"/>
              </a:buClr>
              <a:buSzPct val="45000"/>
              <a:buFont typeface="Wingdings" charset="2"/>
              <a:buChar char=""/>
              <a:defRPr lang="nl-NL" sz="1800" b="0" u="none" strike="noStrike">
                <a:solidFill>
                  <a:schemeClr val="dk1">
                    <a:lumMod val="75000"/>
                    <a:lumOff val="25000"/>
                  </a:schemeClr>
                </a:solidFill>
                <a:effectLst/>
                <a:uFillTx/>
                <a:latin typeface="Trebuchet MS"/>
              </a:defRPr>
            </a:lvl5pPr>
            <a:lvl6pPr lvl="5" algn="l" defTabSz="457200">
              <a:spcBef>
                <a:spcPts val="283"/>
              </a:spcBef>
              <a:buClr>
                <a:srgbClr val="000000"/>
              </a:buClr>
              <a:buSzPct val="45000"/>
              <a:buFont typeface="Wingdings" charset="2"/>
              <a:buChar char=""/>
              <a:defRPr lang="nl-NL" sz="1800" b="0" u="none" strike="noStrike">
                <a:solidFill>
                  <a:schemeClr val="dk1">
                    <a:lumMod val="75000"/>
                    <a:lumOff val="25000"/>
                  </a:schemeClr>
                </a:solidFill>
                <a:effectLst/>
                <a:uFillTx/>
                <a:latin typeface="Trebuchet MS"/>
              </a:defRPr>
            </a:lvl6pPr>
            <a:lvl7pPr lvl="6" algn="l" defTabSz="457200">
              <a:spcBef>
                <a:spcPts val="283"/>
              </a:spcBef>
              <a:buClr>
                <a:srgbClr val="000000"/>
              </a:buClr>
              <a:buSzPct val="45000"/>
              <a:buFont typeface="Wingdings" charset="2"/>
              <a:buChar char=""/>
              <a:defRPr lang="nl-NL" sz="1800" b="0" u="none" strike="noStrike">
                <a:solidFill>
                  <a:schemeClr val="dk1">
                    <a:lumMod val="75000"/>
                    <a:lumOff val="25000"/>
                  </a:schemeClr>
                </a:solidFill>
                <a:effectLst/>
                <a:uFillTx/>
                <a:latin typeface="Trebuchet MS"/>
              </a:defRPr>
            </a:lvl7pPr>
          </a:lstStyle>
          <a:p>
            <a:pPr indent="-324000" algn="l" defTabSz="457200">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Click to edit the outline text format</a:t>
            </a:r>
            <a:endParaRPr lang="nl-NL" sz="1800" b="0" u="none" strike="noStrike">
              <a:solidFill>
                <a:schemeClr val="dk1">
                  <a:lumMod val="75000"/>
                  <a:lumOff val="25000"/>
                </a:schemeClr>
              </a:solidFill>
              <a:effectLst/>
              <a:uFillTx/>
              <a:latin typeface="Trebuchet MS"/>
            </a:endParaRPr>
          </a:p>
          <a:p>
            <a:pPr marL="864000" lvl="1" indent="-324000" algn="l" defTabSz="457200">
              <a:spcBef>
                <a:spcPts val="1001"/>
              </a:spcBef>
              <a:buClr>
                <a:srgbClr val="000000"/>
              </a:buClr>
              <a:buSzPct val="75000"/>
              <a:buFont typeface="Symbol" charset="2"/>
              <a:buChar char=""/>
            </a:pPr>
            <a:r>
              <a:rPr lang="nl-NL" sz="1800" b="0" u="none" strike="noStrike">
                <a:solidFill>
                  <a:schemeClr val="dk1">
                    <a:lumMod val="75000"/>
                    <a:lumOff val="25000"/>
                  </a:schemeClr>
                </a:solidFill>
                <a:effectLst/>
                <a:uFillTx/>
                <a:latin typeface="Trebuchet MS"/>
              </a:rPr>
              <a:t>Second Outline Level</a:t>
            </a:r>
            <a:endParaRPr lang="nl-NL" sz="1800" b="0" u="none" strike="noStrike">
              <a:solidFill>
                <a:schemeClr val="dk1">
                  <a:lumMod val="75000"/>
                  <a:lumOff val="25000"/>
                </a:schemeClr>
              </a:solidFill>
              <a:effectLst/>
              <a:uFillTx/>
              <a:latin typeface="Trebuchet MS"/>
            </a:endParaRPr>
          </a:p>
          <a:p>
            <a:pPr marL="1296000" lvl="2" indent="-288000" algn="l" defTabSz="457200">
              <a:spcBef>
                <a:spcPts val="1001"/>
              </a:spcBef>
              <a:buClr>
                <a:srgbClr val="000000"/>
              </a:buClr>
              <a:buSzPct val="45000"/>
              <a:buFont typeface="Wingdings" charset="2"/>
              <a:buChar char=""/>
            </a:pPr>
            <a:r>
              <a:rPr lang="nl-NL" sz="1800" b="0" u="none" strike="noStrike">
                <a:solidFill>
                  <a:schemeClr val="dk1">
                    <a:lumMod val="75000"/>
                    <a:lumOff val="25000"/>
                  </a:schemeClr>
                </a:solidFill>
                <a:effectLst/>
                <a:uFillTx/>
                <a:latin typeface="Trebuchet MS"/>
              </a:rPr>
              <a:t>Third Outline Level</a:t>
            </a:r>
            <a:endParaRPr lang="nl-NL" sz="1800" b="0" u="none" strike="noStrike">
              <a:solidFill>
                <a:schemeClr val="dk1">
                  <a:lumMod val="75000"/>
                  <a:lumOff val="25000"/>
                </a:schemeClr>
              </a:solidFill>
              <a:effectLst/>
              <a:uFillTx/>
              <a:latin typeface="Trebuchet MS"/>
            </a:endParaRPr>
          </a:p>
          <a:p>
            <a:pPr marL="1728000" lvl="3" indent="-216000" algn="l" defTabSz="457200">
              <a:spcBef>
                <a:spcPts val="1001"/>
              </a:spcBef>
              <a:buClr>
                <a:srgbClr val="000000"/>
              </a:buClr>
              <a:buSzPct val="75000"/>
              <a:buFont typeface="Symbol" charset="2"/>
              <a:buChar char=""/>
            </a:pPr>
            <a:r>
              <a:rPr lang="nl-NL" sz="1800" b="0" u="none" strike="noStrike">
                <a:solidFill>
                  <a:schemeClr val="dk1">
                    <a:lumMod val="75000"/>
                    <a:lumOff val="25000"/>
                  </a:schemeClr>
                </a:solidFill>
                <a:effectLst/>
                <a:uFillTx/>
                <a:latin typeface="Trebuchet MS"/>
              </a:rPr>
              <a:t>Fourth Outline Level</a:t>
            </a:r>
            <a:endParaRPr lang="nl-NL" sz="1800" b="0" u="none" strike="noStrike">
              <a:solidFill>
                <a:schemeClr val="dk1">
                  <a:lumMod val="75000"/>
                  <a:lumOff val="25000"/>
                </a:schemeClr>
              </a:solidFill>
              <a:effectLst/>
              <a:uFillTx/>
              <a:latin typeface="Trebuchet MS"/>
            </a:endParaRPr>
          </a:p>
          <a:p>
            <a:pPr marL="2160000" lvl="4" indent="-216000" algn="l" defTabSz="457200">
              <a:spcBef>
                <a:spcPts val="1001"/>
              </a:spcBef>
              <a:buClr>
                <a:srgbClr val="000000"/>
              </a:buClr>
              <a:buSzPct val="45000"/>
              <a:buFont typeface="Wingdings" charset="2"/>
              <a:buChar char=""/>
            </a:pPr>
            <a:r>
              <a:rPr lang="nl-NL" sz="1800" b="0" u="none" strike="noStrike">
                <a:solidFill>
                  <a:schemeClr val="dk1">
                    <a:lumMod val="75000"/>
                    <a:lumOff val="25000"/>
                  </a:schemeClr>
                </a:solidFill>
                <a:effectLst/>
                <a:uFillTx/>
                <a:latin typeface="Trebuchet MS"/>
              </a:rPr>
              <a:t>Fifth Outline Level</a:t>
            </a:r>
            <a:endParaRPr lang="nl-NL" sz="1800" b="0" u="none" strike="noStrike">
              <a:solidFill>
                <a:schemeClr val="dk1">
                  <a:lumMod val="75000"/>
                  <a:lumOff val="25000"/>
                </a:schemeClr>
              </a:solidFill>
              <a:effectLst/>
              <a:uFillTx/>
              <a:latin typeface="Trebuchet MS"/>
            </a:endParaRPr>
          </a:p>
          <a:p>
            <a:pPr marL="2592000" lvl="5" indent="-216000" algn="l" defTabSz="457200">
              <a:spcBef>
                <a:spcPts val="283"/>
              </a:spcBef>
              <a:buClr>
                <a:srgbClr val="000000"/>
              </a:buClr>
              <a:buSzPct val="45000"/>
              <a:buFont typeface="Wingdings" charset="2"/>
              <a:buChar char=""/>
            </a:pPr>
            <a:r>
              <a:rPr lang="nl-NL" sz="1800" b="0" u="none" strike="noStrike">
                <a:solidFill>
                  <a:schemeClr val="dk1">
                    <a:lumMod val="75000"/>
                    <a:lumOff val="25000"/>
                  </a:schemeClr>
                </a:solidFill>
                <a:effectLst/>
                <a:uFillTx/>
                <a:latin typeface="Trebuchet MS"/>
              </a:rPr>
              <a:t>Sixth Outline Level</a:t>
            </a:r>
            <a:endParaRPr lang="nl-NL" sz="1800" b="0" u="none" strike="noStrike">
              <a:solidFill>
                <a:schemeClr val="dk1">
                  <a:lumMod val="75000"/>
                  <a:lumOff val="25000"/>
                </a:schemeClr>
              </a:solidFill>
              <a:effectLst/>
              <a:uFillTx/>
              <a:latin typeface="Trebuchet MS"/>
            </a:endParaRPr>
          </a:p>
          <a:p>
            <a:pPr marL="3024000" lvl="6" indent="-216000" algn="l" defTabSz="457200">
              <a:spcBef>
                <a:spcPts val="283"/>
              </a:spcBef>
              <a:buClr>
                <a:srgbClr val="000000"/>
              </a:buClr>
              <a:buSzPct val="45000"/>
              <a:buFont typeface="Wingdings" charset="2"/>
              <a:buChar char=""/>
            </a:pPr>
            <a:r>
              <a:rPr lang="nl-NL" sz="1800" b="0" u="none" strike="noStrike">
                <a:solidFill>
                  <a:schemeClr val="dk1">
                    <a:lumMod val="75000"/>
                    <a:lumOff val="25000"/>
                  </a:schemeClr>
                </a:solidFill>
                <a:effectLst/>
                <a:uFillTx/>
                <a:latin typeface="Trebuchet MS"/>
              </a:rPr>
              <a:t>Seventh Outline Level</a:t>
            </a:r>
            <a:endParaRPr lang="nl-NL" sz="1800" b="0" u="none" strike="noStrike">
              <a:solidFill>
                <a:schemeClr val="dk1">
                  <a:lumMod val="75000"/>
                  <a:lumOff val="25000"/>
                </a:schemeClr>
              </a:solidFill>
              <a:effectLst/>
              <a:uFillTx/>
              <a:latin typeface="Trebuchet MS"/>
            </a:endParaRPr>
          </a:p>
        </p:txBody>
      </p:sp>
      <p:sp>
        <p:nvSpPr>
          <p:cNvPr id="338" name="PlaceHolder 3"/>
          <p:cNvSpPr>
            <a:spLocks noGrp="1"/>
          </p:cNvSpPr>
          <p:nvPr>
            <p:ph type="ftr" idx="55"/>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39" name="PlaceHolder 4"/>
          <p:cNvSpPr>
            <a:spLocks noGrp="1"/>
          </p:cNvSpPr>
          <p:nvPr>
            <p:ph type="sldNum" idx="56"/>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nl-BE" sz="900" b="0" u="none" strike="noStrike">
                <a:solidFill>
                  <a:schemeClr val="accent1"/>
                </a:solidFill>
                <a:effectLst/>
                <a:uFillTx/>
                <a:latin typeface="Trebuchet MS"/>
              </a:defRPr>
            </a:lvl1pPr>
          </a:lstStyle>
          <a:p>
            <a:pPr indent="0" algn="r" defTabSz="457200">
              <a:lnSpc>
                <a:spcPct val="100000"/>
              </a:lnSpc>
              <a:buNone/>
              <a:tabLst>
                <a:tab pos="0" algn="l"/>
              </a:tabLst>
            </a:pPr>
            <a:fld id="{BD7F4AE8-7BC6-4C56-AB08-C4492E5D51A6}" type="slidenum">
              <a:rPr lang="nl-BE"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340" name="PlaceHolder 5"/>
          <p:cNvSpPr>
            <a:spLocks noGrp="1"/>
          </p:cNvSpPr>
          <p:nvPr>
            <p:ph type="dt" idx="57"/>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71" r:id="rId2"/>
    <p:sldLayoutId id="2147483672" r:id="rId3"/>
    <p:sldLayoutId id="2147483673"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2.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1.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slideLayout" Target="../slideLayouts/slideLayout2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1.xml"/>
</Relationships>
</file>

<file path=ppt/slides/_rels/slide10.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1.xml"/>
</Relationships>
</file>

<file path=ppt/slides/_rels/slide11.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3" name="PlaceHolder 1"/>
          <p:cNvSpPr>
            <a:spLocks noGrp="1"/>
          </p:cNvSpPr>
          <p:nvPr>
            <p:ph type="title"/>
          </p:nvPr>
        </p:nvSpPr>
        <p:spPr>
          <a:xfrm>
            <a:off x="1506960" y="2404440"/>
            <a:ext cx="7766280" cy="1645560"/>
          </a:xfrm>
          <a:prstGeom prst="rect">
            <a:avLst/>
          </a:prstGeom>
          <a:noFill/>
          <a:ln w="0">
            <a:noFill/>
          </a:ln>
        </p:spPr>
        <p:txBody>
          <a:bodyPr lIns="91440" tIns="45720" rIns="91440" bIns="45720" anchor="b">
            <a:noAutofit/>
          </a:bodyPr>
          <a:p>
            <a:pPr indent="0" algn="r" defTabSz="457200">
              <a:lnSpc>
                <a:spcPct val="100000"/>
              </a:lnSpc>
              <a:buNone/>
              <a:tabLst>
                <a:tab pos="0" algn="l"/>
              </a:tabLst>
            </a:pPr>
            <a:r>
              <a:rPr lang="en-US" sz="5400" b="0" u="none" strike="noStrike">
                <a:solidFill>
                  <a:schemeClr val="accent1"/>
                </a:solidFill>
                <a:effectLst/>
                <a:uFillTx/>
                <a:latin typeface="Trebuchet MS"/>
              </a:rPr>
              <a:t>Bachelorproef verdediging</a:t>
            </a:r>
            <a:endParaRPr lang="nl-NL" sz="5400" b="0" u="none" strike="noStrike">
              <a:solidFill>
                <a:schemeClr val="accent1"/>
              </a:solidFill>
              <a:effectLst/>
              <a:uFillTx/>
              <a:latin typeface="Trebuchet MS"/>
            </a:endParaRPr>
          </a:p>
        </p:txBody>
      </p:sp>
      <p:sp>
        <p:nvSpPr>
          <p:cNvPr id="354" name="PlaceHolder 2"/>
          <p:cNvSpPr>
            <a:spLocks noGrp="1"/>
          </p:cNvSpPr>
          <p:nvPr>
            <p:ph type="subTitle"/>
          </p:nvPr>
        </p:nvSpPr>
        <p:spPr>
          <a:xfrm>
            <a:off x="1506960" y="4050720"/>
            <a:ext cx="7766280" cy="1096200"/>
          </a:xfrm>
          <a:prstGeom prst="rect">
            <a:avLst/>
          </a:prstGeom>
          <a:noFill/>
          <a:ln w="0">
            <a:noFill/>
          </a:ln>
        </p:spPr>
        <p:txBody>
          <a:bodyPr lIns="91440" tIns="45720" rIns="91440" bIns="45720" anchor="t">
            <a:noAutofit/>
          </a:bodyPr>
          <a:p>
            <a:pPr indent="0" algn="r" defTabSz="457200">
              <a:lnSpc>
                <a:spcPct val="100000"/>
              </a:lnSpc>
              <a:spcBef>
                <a:spcPts val="1001"/>
              </a:spcBef>
              <a:buNone/>
              <a:tabLst>
                <a:tab pos="0" algn="l"/>
              </a:tabLst>
            </a:pPr>
            <a:r>
              <a:rPr lang="en-US" sz="1800" b="0" u="none" strike="noStrike">
                <a:solidFill>
                  <a:schemeClr val="dk1">
                    <a:lumMod val="50000"/>
                    <a:lumOff val="50000"/>
                  </a:schemeClr>
                </a:solidFill>
                <a:effectLst/>
                <a:uFillTx/>
                <a:latin typeface="Trebuchet MS"/>
              </a:rPr>
              <a:t>Caradoc Roetynck</a:t>
            </a:r>
            <a:endParaRPr lang="en-US" sz="1800" b="0" u="none" strike="noStrike">
              <a:solidFill>
                <a:srgbClr val="000000"/>
              </a:solidFill>
              <a:effectLst/>
              <a:uFillTx/>
              <a:latin typeface="Arial"/>
            </a:endParaRPr>
          </a:p>
        </p:txBody>
      </p:sp>
      <p:pic>
        <p:nvPicPr>
          <p:cNvPr id="355" name="Picture 2" descr="Logo - ILVO Vlaanderen"/>
          <p:cNvPicPr/>
          <p:nvPr/>
        </p:nvPicPr>
        <p:blipFill>
          <a:blip r:embed="rId1"/>
          <a:stretch/>
        </p:blipFill>
        <p:spPr>
          <a:xfrm>
            <a:off x="947160" y="142200"/>
            <a:ext cx="3009240" cy="1523160"/>
          </a:xfrm>
          <a:prstGeom prst="rect">
            <a:avLst/>
          </a:prstGeom>
          <a:noFill/>
          <a:ln w="0">
            <a:noFill/>
          </a:ln>
        </p:spPr>
      </p:pic>
      <p:pic>
        <p:nvPicPr>
          <p:cNvPr id="356" name="Picture 4"/>
          <p:cNvPicPr/>
          <p:nvPr/>
        </p:nvPicPr>
        <p:blipFill>
          <a:blip r:embed="rId2"/>
          <a:stretch/>
        </p:blipFill>
        <p:spPr>
          <a:xfrm>
            <a:off x="5245200" y="5017320"/>
            <a:ext cx="2847240" cy="159948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677160" y="609120"/>
            <a:ext cx="8596080" cy="1320840"/>
          </a:xfrm>
          <a:prstGeom prst="rect">
            <a:avLst/>
          </a:prstGeom>
          <a:noFill/>
          <a:ln w="0">
            <a:noFill/>
          </a:ln>
        </p:spPr>
        <p:txBody>
          <a:bodyPr lIns="0" tIns="0" rIns="0" bIns="0" anchor="ctr">
            <a:spAutoFit/>
          </a:bodyPr>
          <a:p>
            <a:pPr indent="0" algn="l" defTabSz="457200">
              <a:lnSpc>
                <a:spcPct val="100000"/>
              </a:lnSpc>
              <a:buNone/>
              <a:tabLst>
                <a:tab pos="0" algn="l"/>
              </a:tabLst>
            </a:pPr>
            <a:r>
              <a:rPr lang="en-US" sz="3600" b="0" u="none" strike="noStrike">
                <a:solidFill>
                  <a:schemeClr val="accent1"/>
                </a:solidFill>
                <a:effectLst/>
                <a:uFillTx/>
                <a:latin typeface="Trebuchet MS"/>
              </a:rPr>
              <a:t>Wat is EMAV?</a:t>
            </a:r>
            <a:endParaRPr lang="nl-NL" sz="3600" b="0" u="none" strike="noStrike">
              <a:solidFill>
                <a:schemeClr val="accent1"/>
              </a:solidFill>
              <a:effectLst/>
              <a:uFillTx/>
              <a:latin typeface="Trebuchet MS"/>
            </a:endParaRPr>
          </a:p>
        </p:txBody>
      </p:sp>
      <p:sp>
        <p:nvSpPr>
          <p:cNvPr id="358" name=""/>
          <p:cNvSpPr/>
          <p:nvPr/>
        </p:nvSpPr>
        <p:spPr>
          <a:xfrm>
            <a:off x="856440" y="2001240"/>
            <a:ext cx="7865640" cy="25585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800" b="0" u="none" strike="noStrike">
                <a:solidFill>
                  <a:srgbClr val="000000"/>
                </a:solidFill>
                <a:effectLst/>
                <a:uFillTx/>
                <a:latin typeface="Trebuchet MS"/>
              </a:rPr>
              <a:t>Emissie Model Agricultuur Vlaanderen</a:t>
            </a:r>
            <a:endParaRPr lang="en-US" sz="1800" b="0" u="none" strike="noStrike">
              <a:solidFill>
                <a:srgbClr val="000000"/>
              </a:solidFill>
              <a:effectLst/>
              <a:uFillTx/>
              <a:latin typeface="Trebuchet MS"/>
            </a:endParaRPr>
          </a:p>
          <a:p>
            <a:pPr>
              <a:lnSpc>
                <a:spcPct val="100000"/>
              </a:lnSpc>
            </a:pPr>
            <a:endParaRPr lang="en-US" sz="1800" b="0" u="none" strike="noStrike">
              <a:solidFill>
                <a:srgbClr val="000000"/>
              </a:solidFill>
              <a:effectLst/>
              <a:uFillTx/>
              <a:latin typeface="Trebuchet MS"/>
            </a:endParaRPr>
          </a:p>
          <a:p>
            <a:pPr>
              <a:lnSpc>
                <a:spcPct val="100000"/>
              </a:lnSpc>
            </a:pPr>
            <a:r>
              <a:rPr lang="en-US" sz="1800" b="0" u="none" strike="noStrike">
                <a:solidFill>
                  <a:srgbClr val="000000"/>
                </a:solidFill>
                <a:effectLst/>
                <a:uFillTx/>
                <a:latin typeface="Trebuchet MS"/>
              </a:rPr>
              <a:t>o.a. ammoniak emissies en landbouwactiviteiten berekenen</a:t>
            </a:r>
            <a:endParaRPr lang="en-US" sz="1800" b="0" u="none" strike="noStrike">
              <a:solidFill>
                <a:srgbClr val="000000"/>
              </a:solidFill>
              <a:effectLst/>
              <a:uFillTx/>
              <a:latin typeface="Trebuchet MS"/>
            </a:endParaRPr>
          </a:p>
          <a:p>
            <a:pPr>
              <a:lnSpc>
                <a:spcPct val="100000"/>
              </a:lnSpc>
            </a:pPr>
            <a:endParaRPr lang="en-US" sz="1800" b="0" u="none" strike="noStrike">
              <a:solidFill>
                <a:srgbClr val="000000"/>
              </a:solidFill>
              <a:effectLst/>
              <a:uFillTx/>
              <a:latin typeface="Trebuchet MS"/>
            </a:endParaRPr>
          </a:p>
          <a:p>
            <a:pPr>
              <a:lnSpc>
                <a:spcPct val="100000"/>
              </a:lnSpc>
            </a:pPr>
            <a:r>
              <a:rPr lang="en-US" sz="1800" b="0" u="none" strike="noStrike">
                <a:solidFill>
                  <a:srgbClr val="000000"/>
                </a:solidFill>
                <a:effectLst/>
                <a:uFillTx/>
                <a:latin typeface="Trebuchet MS"/>
              </a:rPr>
              <a:t>basis voor de Vlaamse emissie-inventaris =&gt; stikstof simuleren</a:t>
            </a:r>
            <a:endParaRPr lang="en-US" sz="1800" b="0" u="none" strike="noStrike">
              <a:solidFill>
                <a:srgbClr val="000000"/>
              </a:solidFill>
              <a:effectLst/>
              <a:uFillTx/>
              <a:latin typeface="Trebuchet MS"/>
            </a:endParaRPr>
          </a:p>
          <a:p>
            <a:pPr>
              <a:lnSpc>
                <a:spcPct val="100000"/>
              </a:lnSpc>
            </a:pPr>
            <a:endParaRPr lang="en-US" sz="1800" b="0" u="none" strike="noStrike">
              <a:solidFill>
                <a:srgbClr val="000000"/>
              </a:solidFill>
              <a:effectLst/>
              <a:uFillTx/>
              <a:latin typeface="Trebuchet MS"/>
            </a:endParaRPr>
          </a:p>
          <a:p>
            <a:pPr>
              <a:lnSpc>
                <a:spcPct val="100000"/>
              </a:lnSpc>
            </a:pPr>
            <a:r>
              <a:rPr lang="en-US" sz="1800" b="0" u="none" strike="noStrike">
                <a:solidFill>
                  <a:srgbClr val="000000"/>
                </a:solidFill>
                <a:effectLst/>
                <a:uFillTx/>
                <a:latin typeface="Trebuchet MS"/>
              </a:rPr>
              <a:t>Data door Vlaamse Milieumaatschappij</a:t>
            </a:r>
            <a:endParaRPr lang="en-US" sz="1800" b="0" u="none" strike="noStrike">
              <a:solidFill>
                <a:srgbClr val="000000"/>
              </a:solidFill>
              <a:effectLst/>
              <a:uFillTx/>
              <a:latin typeface="Trebuchet MS"/>
            </a:endParaRPr>
          </a:p>
          <a:p>
            <a:pPr>
              <a:lnSpc>
                <a:spcPct val="100000"/>
              </a:lnSpc>
            </a:pPr>
            <a:r>
              <a:rPr lang="en-US" sz="1800" b="0" u="none" strike="noStrike">
                <a:solidFill>
                  <a:srgbClr val="000000"/>
                </a:solidFill>
                <a:effectLst/>
                <a:uFillTx/>
                <a:latin typeface="Trebuchet MS"/>
              </a:rPr>
              <a:t>Methodologie en ontwikkeling door Vlaamse Landmaatschappij, gedeligeerd naar ILVO</a:t>
            </a:r>
            <a:endParaRPr lang="en-US" sz="1800" b="0" u="none" strike="noStrike">
              <a:solidFill>
                <a:srgbClr val="000000"/>
              </a:solidFill>
              <a:effectLst/>
              <a:uFillTx/>
              <a:latin typeface="Trebuchet MS"/>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9" name="PlaceHolder 1"/>
          <p:cNvSpPr>
            <a:spLocks noGrp="1"/>
          </p:cNvSpPr>
          <p:nvPr>
            <p:ph type="title"/>
          </p:nvPr>
        </p:nvSpPr>
        <p:spPr>
          <a:xfrm>
            <a:off x="677160" y="995040"/>
            <a:ext cx="8596080" cy="549000"/>
          </a:xfrm>
          <a:prstGeom prst="rect">
            <a:avLst/>
          </a:prstGeom>
          <a:noFill/>
          <a:ln w="0">
            <a:noFill/>
          </a:ln>
        </p:spPr>
        <p:txBody>
          <a:bodyPr lIns="0" tIns="0" rIns="0" bIns="0" anchor="ctr">
            <a:spAutoFit/>
          </a:bodyPr>
          <a:p>
            <a:pPr indent="0" algn="l" defTabSz="457200">
              <a:buNone/>
              <a:tabLst>
                <a:tab pos="0" algn="l"/>
              </a:tabLst>
            </a:pPr>
            <a:r>
              <a:rPr lang="nl-NL" sz="3600" b="0" u="none" strike="noStrike">
                <a:solidFill>
                  <a:schemeClr val="accent1"/>
                </a:solidFill>
                <a:effectLst/>
                <a:uFillTx/>
                <a:latin typeface="Trebuchet MS"/>
              </a:rPr>
              <a:t>Evolutie van EMAV</a:t>
            </a:r>
            <a:endParaRPr lang="nl-NL" sz="3600" b="0" u="none" strike="noStrike">
              <a:solidFill>
                <a:schemeClr val="accent1"/>
              </a:solidFill>
              <a:effectLst/>
              <a:uFillTx/>
              <a:latin typeface="Trebuchet MS"/>
            </a:endParaRPr>
          </a:p>
        </p:txBody>
      </p:sp>
      <p:sp>
        <p:nvSpPr>
          <p:cNvPr id="360" name=""/>
          <p:cNvSpPr/>
          <p:nvPr/>
        </p:nvSpPr>
        <p:spPr>
          <a:xfrm>
            <a:off x="995400" y="3274920"/>
            <a:ext cx="2889720" cy="1840680"/>
          </a:xfrm>
          <a:custGeom>
            <a:avLst/>
            <a:gdLst>
              <a:gd name="textAreaLeft" fmla="*/ 0 w 2889720"/>
              <a:gd name="textAreaRight" fmla="*/ 2889720 w 2889720"/>
              <a:gd name="textAreaTop" fmla="*/ 0 h 1840680"/>
              <a:gd name="textAreaBottom" fmla="*/ 1841040 h 1840680"/>
            </a:gdLst>
            <a:ahLst/>
            <a:cxnLst/>
            <a:rect l="textAreaLeft" t="textAreaTop" r="textAreaRight" b="textAreaBottom"/>
            <a:pathLst>
              <a:path w="21600" h="21600">
                <a:moveTo>
                  <a:pt x="0" y="0"/>
                </a:moveTo>
                <a:lnTo>
                  <a:pt x="16200" y="0"/>
                </a:lnTo>
                <a:lnTo>
                  <a:pt x="21600" y="10800"/>
                </a:lnTo>
                <a:lnTo>
                  <a:pt x="16200" y="21600"/>
                </a:lnTo>
                <a:lnTo>
                  <a:pt x="0" y="21600"/>
                </a:lnTo>
                <a:lnTo>
                  <a:pt x="5400" y="10800"/>
                </a:lnTo>
                <a:close/>
              </a:path>
            </a:pathLst>
          </a:custGeom>
          <a:solidFill>
            <a:srgbClr val="77BC65"/>
          </a:solidFill>
          <a:ln w="0">
            <a:solidFill>
              <a:srgbClr val="3465A4"/>
            </a:solidFill>
          </a:ln>
        </p:spPr>
        <p:style>
          <a:lnRef idx="0"/>
          <a:fillRef idx="0"/>
          <a:effectRef idx="0"/>
          <a:fontRef idx="minor"/>
        </p:style>
        <p:txBody>
          <a:bodyPr lIns="90000" tIns="45000" rIns="90000" bIns="45000" anchor="ctr">
            <a:noAutofit/>
          </a:bodyPr>
          <a:p>
            <a:pPr algn="ctr"/>
            <a:r>
              <a:rPr lang="en-US" sz="4000" b="0" u="none" strike="noStrike">
                <a:solidFill>
                  <a:srgbClr val="000000"/>
                </a:solidFill>
                <a:effectLst/>
                <a:uFillTx/>
                <a:latin typeface="Arial"/>
              </a:rPr>
              <a:t>Excel</a:t>
            </a:r>
            <a:endParaRPr lang="en-US" sz="4000" b="0" u="none" strike="noStrike">
              <a:solidFill>
                <a:srgbClr val="000000"/>
              </a:solidFill>
              <a:effectLst/>
              <a:uFillTx/>
              <a:latin typeface="Arial"/>
            </a:endParaRPr>
          </a:p>
        </p:txBody>
      </p:sp>
      <p:sp>
        <p:nvSpPr>
          <p:cNvPr id="361" name=""/>
          <p:cNvSpPr/>
          <p:nvPr/>
        </p:nvSpPr>
        <p:spPr>
          <a:xfrm>
            <a:off x="3939120" y="3264480"/>
            <a:ext cx="3306600" cy="1840680"/>
          </a:xfrm>
          <a:custGeom>
            <a:avLst/>
            <a:gdLst>
              <a:gd name="textAreaLeft" fmla="*/ 0 w 3306600"/>
              <a:gd name="textAreaRight" fmla="*/ 3306960 w 3306600"/>
              <a:gd name="textAreaTop" fmla="*/ 0 h 1840680"/>
              <a:gd name="textAreaBottom" fmla="*/ 1841040 h 1840680"/>
            </a:gdLst>
            <a:ahLst/>
            <a:cxnLst/>
            <a:rect l="textAreaLeft" t="textAreaTop" r="textAreaRight" b="textAreaBottom"/>
            <a:pathLst>
              <a:path w="21600" h="21600">
                <a:moveTo>
                  <a:pt x="0" y="0"/>
                </a:moveTo>
                <a:lnTo>
                  <a:pt x="16881" y="0"/>
                </a:lnTo>
                <a:lnTo>
                  <a:pt x="21600" y="10800"/>
                </a:lnTo>
                <a:lnTo>
                  <a:pt x="16881" y="21600"/>
                </a:lnTo>
                <a:lnTo>
                  <a:pt x="0" y="21600"/>
                </a:lnTo>
                <a:lnTo>
                  <a:pt x="4719" y="10800"/>
                </a:lnTo>
                <a:close/>
              </a:path>
            </a:pathLst>
          </a:custGeom>
          <a:solidFill>
            <a:srgbClr val="3FAF46"/>
          </a:solidFill>
          <a:ln w="0">
            <a:solidFill>
              <a:srgbClr val="3465A4"/>
            </a:solidFill>
          </a:ln>
        </p:spPr>
        <p:style>
          <a:lnRef idx="0"/>
          <a:fillRef idx="0"/>
          <a:effectRef idx="0"/>
          <a:fontRef idx="minor"/>
        </p:style>
        <p:txBody>
          <a:bodyPr lIns="90000" tIns="45000" rIns="90000" bIns="45000" anchor="ctr">
            <a:noAutofit/>
          </a:bodyPr>
          <a:p>
            <a:pPr algn="ctr"/>
            <a:r>
              <a:rPr lang="en-US" sz="4000" b="0" u="none" strike="noStrike">
                <a:solidFill>
                  <a:srgbClr val="000000"/>
                </a:solidFill>
                <a:effectLst/>
                <a:uFillTx/>
                <a:latin typeface="Arial"/>
              </a:rPr>
              <a:t>    Windows Forms</a:t>
            </a:r>
            <a:endParaRPr lang="en-US" sz="4000" b="0" u="none" strike="noStrike">
              <a:solidFill>
                <a:srgbClr val="FFFFFF"/>
              </a:solidFill>
              <a:effectLst/>
              <a:uFillTx/>
              <a:latin typeface="Arial"/>
            </a:endParaRPr>
          </a:p>
        </p:txBody>
      </p:sp>
      <p:sp>
        <p:nvSpPr>
          <p:cNvPr id="362" name=""/>
          <p:cNvSpPr/>
          <p:nvPr/>
        </p:nvSpPr>
        <p:spPr>
          <a:xfrm>
            <a:off x="7245720" y="3264480"/>
            <a:ext cx="2889720" cy="1840680"/>
          </a:xfrm>
          <a:custGeom>
            <a:avLst/>
            <a:gdLst>
              <a:gd name="textAreaLeft" fmla="*/ 0 w 2889720"/>
              <a:gd name="textAreaRight" fmla="*/ 2889720 w 2889720"/>
              <a:gd name="textAreaTop" fmla="*/ 0 h 1840680"/>
              <a:gd name="textAreaBottom" fmla="*/ 1841040 h 1840680"/>
            </a:gdLst>
            <a:ahLst/>
            <a:cxnLst/>
            <a:rect l="textAreaLeft" t="textAreaTop" r="textAreaRight" b="textAreaBottom"/>
            <a:pathLst>
              <a:path w="21600" h="21600">
                <a:moveTo>
                  <a:pt x="0" y="0"/>
                </a:moveTo>
                <a:lnTo>
                  <a:pt x="16200" y="0"/>
                </a:lnTo>
                <a:lnTo>
                  <a:pt x="21600" y="10800"/>
                </a:lnTo>
                <a:lnTo>
                  <a:pt x="16200" y="21600"/>
                </a:lnTo>
                <a:lnTo>
                  <a:pt x="0" y="21600"/>
                </a:lnTo>
                <a:lnTo>
                  <a:pt x="5400" y="10800"/>
                </a:lnTo>
                <a:close/>
              </a:path>
            </a:pathLst>
          </a:custGeom>
          <a:solidFill>
            <a:srgbClr val="00A933"/>
          </a:solidFill>
          <a:ln w="0">
            <a:solidFill>
              <a:srgbClr val="3465A4"/>
            </a:solidFill>
          </a:ln>
        </p:spPr>
        <p:style>
          <a:lnRef idx="0"/>
          <a:fillRef idx="0"/>
          <a:effectRef idx="0"/>
          <a:fontRef idx="minor"/>
        </p:style>
        <p:txBody>
          <a:bodyPr lIns="90000" tIns="45000" rIns="90000" bIns="45000" anchor="ctr">
            <a:noAutofit/>
          </a:bodyPr>
          <a:p>
            <a:pPr algn="ctr"/>
            <a:r>
              <a:rPr lang="en-US" sz="4000" b="0" u="none" strike="noStrike">
                <a:solidFill>
                  <a:srgbClr val="000000"/>
                </a:solidFill>
                <a:effectLst/>
                <a:uFillTx/>
                <a:latin typeface="Arial"/>
              </a:rPr>
              <a:t>    Web App</a:t>
            </a:r>
            <a:endParaRPr lang="en-US" sz="4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63" name="Tijdelijke aanduiding voor inhoud 4" descr="Modern huis met kubusontwerp"/>
          <p:cNvSpPr/>
          <p:nvPr/>
        </p:nvSpPr>
        <p:spPr>
          <a:xfrm>
            <a:off x="4269960" y="0"/>
            <a:ext cx="7921440" cy="6857280"/>
          </a:xfrm>
          <a:custGeom>
            <a:avLst/>
            <a:gdLst>
              <a:gd name="textAreaLeft" fmla="*/ 0 w 7921440"/>
              <a:gd name="textAreaRight" fmla="*/ 7922160 w 7921440"/>
              <a:gd name="textAreaTop" fmla="*/ 0 h 6857280"/>
              <a:gd name="textAreaBottom" fmla="*/ 6858000 h 6857280"/>
            </a:gdLst>
            <a:ahLst/>
            <a:cxnLst/>
            <a:rect l="textAreaLeft" t="textAreaTop" r="textAreaRight" b="textAreaBottom"/>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a:blipFill rotWithShape="0">
            <a:blip r:embed="rId1"/>
            <a:srcRect/>
            <a:stretch/>
          </a:blip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4" name="PlaceHolder 1"/>
          <p:cNvSpPr>
            <a:spLocks noGrp="1"/>
          </p:cNvSpPr>
          <p:nvPr>
            <p:ph type="title"/>
          </p:nvPr>
        </p:nvSpPr>
        <p:spPr>
          <a:xfrm>
            <a:off x="677160" y="609480"/>
            <a:ext cx="3850560" cy="1320120"/>
          </a:xfrm>
          <a:prstGeom prst="rect">
            <a:avLst/>
          </a:prstGeom>
          <a:noFill/>
          <a:ln w="0">
            <a:noFill/>
          </a:ln>
        </p:spPr>
        <p:txBody>
          <a:bodyPr lIns="91440" tIns="45720" rIns="91440" bIns="45720" anchor="t">
            <a:normAutofit/>
          </a:bodyPr>
          <a:p>
            <a:pPr indent="0" algn="l" defTabSz="457200">
              <a:lnSpc>
                <a:spcPct val="100000"/>
              </a:lnSpc>
              <a:buNone/>
              <a:tabLst>
                <a:tab pos="0" algn="l"/>
              </a:tabLst>
            </a:pPr>
            <a:r>
              <a:rPr lang="en-US" sz="3600" b="0" u="none" strike="noStrike">
                <a:solidFill>
                  <a:schemeClr val="accent1"/>
                </a:solidFill>
                <a:effectLst/>
                <a:uFillTx/>
                <a:latin typeface="Trebuchet MS"/>
              </a:rPr>
              <a:t>Het probleem: The Black Box</a:t>
            </a:r>
            <a:endParaRPr lang="nl-NL" sz="3600" b="0" u="none" strike="noStrike">
              <a:solidFill>
                <a:schemeClr val="accent1"/>
              </a:solidFill>
              <a:effectLst/>
              <a:uFillTx/>
              <a:latin typeface="Trebuchet MS"/>
            </a:endParaRPr>
          </a:p>
        </p:txBody>
      </p:sp>
      <p:sp>
        <p:nvSpPr>
          <p:cNvPr id="365" name="PlaceHolder 2"/>
          <p:cNvSpPr>
            <a:spLocks noGrp="1"/>
          </p:cNvSpPr>
          <p:nvPr>
            <p:ph/>
          </p:nvPr>
        </p:nvSpPr>
        <p:spPr>
          <a:xfrm>
            <a:off x="677160" y="2160720"/>
            <a:ext cx="3850560" cy="3880080"/>
          </a:xfrm>
          <a:prstGeom prst="rect">
            <a:avLst/>
          </a:prstGeom>
          <a:noFill/>
          <a:ln w="0">
            <a:noFill/>
          </a:ln>
        </p:spPr>
        <p:txBody>
          <a:bodyPr lIns="91440" tIns="45720" rIns="91440" bIns="45720" anchor="t">
            <a:norm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Wetenschappers</a:t>
            </a:r>
            <a:endParaRPr lang="nl-NL" sz="18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Ict’ers</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800" b="0" u="none" strike="noStrike">
              <a:solidFill>
                <a:schemeClr val="dk1">
                  <a:lumMod val="75000"/>
                  <a:lumOff val="25000"/>
                </a:schemeClr>
              </a:solidFill>
              <a:effectLst/>
              <a:uFillTx/>
              <a:latin typeface="Trebuchet MS"/>
            </a:endParaRPr>
          </a:p>
        </p:txBody>
      </p:sp>
      <p:cxnSp>
        <p:nvCxnSpPr>
          <p:cNvPr id="366" name="Straight Connector 16">
            <a:extLst>
              <a:ext uri="{C183D7F6-B498-43B3-948B-1728B52AA6E4}">
                <adec:decorative xmlns:adec="http://schemas.microsoft.com/office/drawing/2017/decorative" val="1"/>
              </a:ext>
            </a:extLst>
          </p:cNvPr>
          <p:cNvCxnSpPr/>
          <p:nvPr/>
        </p:nvCxnSpPr>
        <p:spPr>
          <a:xfrm>
            <a:off x="9370800" y="0"/>
            <a:ext cx="1220040" cy="6858720"/>
          </a:xfrm>
          <a:prstGeom prst="straightConnector1">
            <a:avLst/>
          </a:prstGeom>
          <a:ln cap="rnd" w="9525">
            <a:solidFill>
              <a:srgbClr val="BFBFBF"/>
            </a:solidFill>
            <a:round/>
          </a:ln>
        </p:spPr>
      </p:cxnSp>
      <p:cxnSp>
        <p:nvCxnSpPr>
          <p:cNvPr id="367" name="Straight Connector 18">
            <a:extLst>
              <a:ext uri="{C183D7F6-B498-43B3-948B-1728B52AA6E4}">
                <adec:decorative xmlns:adec="http://schemas.microsoft.com/office/drawing/2017/decorative" val="1"/>
              </a:ext>
            </a:extLst>
          </p:cNvPr>
          <p:cNvCxnSpPr/>
          <p:nvPr/>
        </p:nvCxnSpPr>
        <p:spPr>
          <a:xfrm flipH="1">
            <a:off x="7425000" y="3681360"/>
            <a:ext cx="4764240" cy="3177360"/>
          </a:xfrm>
          <a:prstGeom prst="straightConnector1">
            <a:avLst/>
          </a:prstGeom>
          <a:ln cap="rnd" w="9525">
            <a:solidFill>
              <a:srgbClr val="D9D9D9"/>
            </a:solidFill>
            <a:round/>
          </a:ln>
        </p:spPr>
      </p:cxnSp>
      <p:sp>
        <p:nvSpPr>
          <p:cNvPr id="368" name="Rectangle 23">
            <a:extLst>
              <a:ext uri="{C183D7F6-B498-43B3-948B-1728B52AA6E4}">
                <adec:decorative xmlns:adec="http://schemas.microsoft.com/office/drawing/2017/decorative" val="1"/>
              </a:ext>
            </a:extLst>
          </p:cNvPr>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69" name="Rectangle 25">
            <a:extLst>
              <a:ext uri="{C183D7F6-B498-43B3-948B-1728B52AA6E4}">
                <adec:decorative xmlns:adec="http://schemas.microsoft.com/office/drawing/2017/decorative" val="1"/>
              </a:ext>
            </a:extLst>
          </p:cNvPr>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70" name="Isosceles Triangle 24">
            <a:extLst>
              <a:ext uri="{C183D7F6-B498-43B3-948B-1728B52AA6E4}">
                <adec:decorative xmlns:adec="http://schemas.microsoft.com/office/drawing/2017/decorative" val="1"/>
              </a:ext>
            </a:extLst>
          </p:cNvPr>
          <p:cNvSpPr/>
          <p:nvPr/>
        </p:nvSpPr>
        <p:spPr>
          <a:xfrm>
            <a:off x="8932320" y="3048120"/>
            <a:ext cx="3259080" cy="380916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71" name="Rectangle 27">
            <a:extLst>
              <a:ext uri="{C183D7F6-B498-43B3-948B-1728B52AA6E4}">
                <adec:decorative xmlns:adec="http://schemas.microsoft.com/office/drawing/2017/decorative" val="1"/>
              </a:ext>
            </a:extLst>
          </p:cNvPr>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72" name="Rectangle 28">
            <a:extLst>
              <a:ext uri="{C183D7F6-B498-43B3-948B-1728B52AA6E4}">
                <adec:decorative xmlns:adec="http://schemas.microsoft.com/office/drawing/2017/decorative" val="1"/>
              </a:ext>
            </a:extLst>
          </p:cNvPr>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73" name="Rectangle 29">
            <a:extLst>
              <a:ext uri="{C183D7F6-B498-43B3-948B-1728B52AA6E4}">
                <adec:decorative xmlns:adec="http://schemas.microsoft.com/office/drawing/2017/decorative" val="1"/>
              </a:ext>
            </a:extLst>
          </p:cNvPr>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374" name="Isosceles Triangle 29">
            <a:extLst>
              <a:ext uri="{C183D7F6-B498-43B3-948B-1728B52AA6E4}">
                <adec:decorative xmlns:adec="http://schemas.microsoft.com/office/drawing/2017/decorative" val="1"/>
              </a:ext>
            </a:extLst>
          </p:cNvPr>
          <p:cNvSpPr/>
          <p:nvPr/>
        </p:nvSpPr>
        <p:spPr>
          <a:xfrm>
            <a:off x="10371600" y="3589920"/>
            <a:ext cx="1816560" cy="326736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nl-BE" sz="3600" b="0" u="none" strike="noStrike">
                <a:solidFill>
                  <a:schemeClr val="accent1"/>
                </a:solidFill>
                <a:effectLst/>
                <a:uFillTx/>
                <a:latin typeface="Trebuchet MS"/>
              </a:rPr>
              <a:t>Aanpak onderzoek - deelvragen</a:t>
            </a:r>
            <a:endParaRPr lang="nl-NL" sz="3600" b="0" u="none" strike="noStrike">
              <a:solidFill>
                <a:schemeClr val="accent1"/>
              </a:solidFill>
              <a:effectLst/>
              <a:uFillTx/>
              <a:latin typeface="Trebuchet MS"/>
            </a:endParaRPr>
          </a:p>
        </p:txBody>
      </p:sp>
      <p:sp>
        <p:nvSpPr>
          <p:cNvPr id="376" name="PlaceHolder 2"/>
          <p:cNvSpPr>
            <a:spLocks noGrp="1"/>
          </p:cNvSpPr>
          <p:nvPr>
            <p:ph/>
          </p:nvPr>
        </p:nvSpPr>
        <p:spPr>
          <a:xfrm>
            <a:off x="677160" y="2160720"/>
            <a:ext cx="8596080" cy="3880080"/>
          </a:xfrm>
          <a:prstGeom prst="rect">
            <a:avLst/>
          </a:prstGeom>
          <a:noFill/>
          <a:ln w="0">
            <a:noFill/>
          </a:ln>
        </p:spPr>
        <p:txBody>
          <a:bodyPr lIns="91440" tIns="45720" rIns="91440" bIns="45720" anchor="t">
            <a:norm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Gesprekken met onderzoekers en it team lead</a:t>
            </a:r>
            <a:endParaRPr lang="nl-NL" sz="18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Alternatieve vormen van documentatie</a:t>
            </a:r>
            <a:endParaRPr lang="nl-NL" sz="18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Code als documentatie </a:t>
            </a:r>
            <a:endParaRPr lang="nl-NL" sz="18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Documentatie drift</a:t>
            </a:r>
            <a:endParaRPr lang="nl-NL" sz="18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Python en C#/.NET =&gt; python.net</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800" b="0" u="none" strike="noStrike">
              <a:solidFill>
                <a:schemeClr val="dk1">
                  <a:lumMod val="75000"/>
                  <a:lumOff val="25000"/>
                </a:schemeClr>
              </a:solidFill>
              <a:effectLst/>
              <a:uFillTx/>
              <a:latin typeface="Trebuchet MS"/>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accent1"/>
                </a:solidFill>
                <a:effectLst/>
                <a:uFillTx/>
                <a:latin typeface="Trebuchet MS"/>
              </a:rPr>
              <a:t>Gesprekken</a:t>
            </a:r>
            <a:endParaRPr lang="nl-NL" sz="3600" b="0" u="none" strike="noStrike">
              <a:solidFill>
                <a:schemeClr val="accent1"/>
              </a:solidFill>
              <a:effectLst/>
              <a:uFillTx/>
              <a:latin typeface="Trebuchet MS"/>
            </a:endParaRPr>
          </a:p>
        </p:txBody>
      </p:sp>
      <p:sp>
        <p:nvSpPr>
          <p:cNvPr id="378"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Vragen:</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Kloppen de resultaten (automatisatie)</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De flow</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Betere docs</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Unittesten in python</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Klopt de logica</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Onderdelen van EMAV in python</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Documentatie blijven updaten</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i="1" u="none" strike="noStrike">
                <a:solidFill>
                  <a:schemeClr val="dk1">
                    <a:lumMod val="75000"/>
                    <a:lumOff val="25000"/>
                  </a:schemeClr>
                </a:solidFill>
                <a:effectLst/>
                <a:uFillTx/>
                <a:latin typeface="Trebuchet MS"/>
              </a:rPr>
              <a:t>Stappen van EMAV</a:t>
            </a:r>
            <a:endParaRPr lang="nl-NL" sz="1600" b="0" u="none" strike="noStrike">
              <a:solidFill>
                <a:schemeClr val="dk1">
                  <a:lumMod val="75000"/>
                  <a:lumOff val="25000"/>
                </a:schemeClr>
              </a:solidFill>
              <a:effectLst/>
              <a:uFillTx/>
              <a:latin typeface="Trebuchet MS"/>
            </a:endParaRPr>
          </a:p>
          <a:p>
            <a:pPr marL="343080" indent="-343080" algn="l" defTabSz="457200">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Code niet duidelijk &amp; gedateerde documentatie</a:t>
            </a:r>
            <a:endParaRPr lang="nl-NL" sz="16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600" b="0" u="none" strike="noStrike">
              <a:solidFill>
                <a:schemeClr val="dk1">
                  <a:lumMod val="75000"/>
                  <a:lumOff val="25000"/>
                </a:schemeClr>
              </a:solidFill>
              <a:effectLst/>
              <a:uFillTx/>
              <a:latin typeface="Trebuchet MS"/>
            </a:endParaRPr>
          </a:p>
        </p:txBody>
      </p:sp>
      <p:pic>
        <p:nvPicPr>
          <p:cNvPr id="379" name=""/>
          <p:cNvPicPr/>
          <p:nvPr/>
        </p:nvPicPr>
        <p:blipFill>
          <a:blip r:embed="rId1"/>
          <a:stretch/>
        </p:blipFill>
        <p:spPr>
          <a:xfrm>
            <a:off x="5532840" y="406080"/>
            <a:ext cx="3578760" cy="357876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accent1"/>
                </a:solidFill>
                <a:effectLst/>
                <a:uFillTx/>
                <a:latin typeface="Trebuchet MS"/>
              </a:rPr>
              <a:t>Alternatieve vormen documentatie</a:t>
            </a:r>
            <a:endParaRPr lang="nl-NL" sz="3600" b="0" u="none" strike="noStrike">
              <a:solidFill>
                <a:schemeClr val="accent1"/>
              </a:solidFill>
              <a:effectLst/>
              <a:uFillTx/>
              <a:latin typeface="Trebuchet MS"/>
            </a:endParaRPr>
          </a:p>
        </p:txBody>
      </p:sp>
      <p:sp>
        <p:nvSpPr>
          <p:cNvPr id="381"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Literate programming</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Org mode</a:t>
            </a:r>
            <a:endParaRPr lang="nl-NL" sz="16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Computationele notebooks</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Jupyter</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Quarto</a:t>
            </a:r>
            <a:endParaRPr lang="nl-NL" sz="1600" b="0" u="none" strike="noStrike">
              <a:solidFill>
                <a:schemeClr val="dk1">
                  <a:lumMod val="75000"/>
                  <a:lumOff val="25000"/>
                </a:schemeClr>
              </a:solidFill>
              <a:effectLst/>
              <a:uFillTx/>
              <a:latin typeface="Trebuchet MS"/>
            </a:endParaRPr>
          </a:p>
        </p:txBody>
      </p:sp>
      <p:pic>
        <p:nvPicPr>
          <p:cNvPr id="382" name=""/>
          <p:cNvPicPr/>
          <p:nvPr/>
        </p:nvPicPr>
        <p:blipFill>
          <a:blip r:embed="rId1"/>
          <a:stretch/>
        </p:blipFill>
        <p:spPr>
          <a:xfrm>
            <a:off x="4410360" y="1551960"/>
            <a:ext cx="2663280" cy="1331640"/>
          </a:xfrm>
          <a:prstGeom prst="rect">
            <a:avLst/>
          </a:prstGeom>
          <a:noFill/>
          <a:ln w="0">
            <a:noFill/>
          </a:ln>
        </p:spPr>
      </p:pic>
      <p:pic>
        <p:nvPicPr>
          <p:cNvPr id="383" name=""/>
          <p:cNvPicPr/>
          <p:nvPr/>
        </p:nvPicPr>
        <p:blipFill>
          <a:blip r:embed="rId2"/>
          <a:stretch/>
        </p:blipFill>
        <p:spPr>
          <a:xfrm>
            <a:off x="5950440" y="3412800"/>
            <a:ext cx="2974320" cy="1556280"/>
          </a:xfrm>
          <a:prstGeom prst="rect">
            <a:avLst/>
          </a:prstGeom>
          <a:noFill/>
          <a:ln w="0">
            <a:noFill/>
          </a:ln>
        </p:spPr>
      </p:pic>
      <p:pic>
        <p:nvPicPr>
          <p:cNvPr id="384" name=""/>
          <p:cNvPicPr/>
          <p:nvPr/>
        </p:nvPicPr>
        <p:blipFill>
          <a:blip r:embed="rId3"/>
          <a:stretch/>
        </p:blipFill>
        <p:spPr>
          <a:xfrm>
            <a:off x="3007800" y="4581360"/>
            <a:ext cx="2547000" cy="133704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accent1"/>
                </a:solidFill>
                <a:effectLst/>
                <a:uFillTx/>
                <a:latin typeface="Trebuchet MS"/>
              </a:rPr>
              <a:t>Code als documentatie</a:t>
            </a:r>
            <a:endParaRPr lang="nl-NL" sz="3600" b="0" u="none" strike="noStrike">
              <a:solidFill>
                <a:schemeClr val="accent1"/>
              </a:solidFill>
              <a:effectLst/>
              <a:uFillTx/>
              <a:latin typeface="Trebuchet MS"/>
            </a:endParaRPr>
          </a:p>
        </p:txBody>
      </p:sp>
      <p:sp>
        <p:nvSpPr>
          <p:cNvPr id="386"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Algemeen</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Goede benaming</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Kleine functies</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Wat en waarom</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Documentatie dicht bij de code</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Uniforme stijl</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Zelf documenterende code </a:t>
            </a:r>
            <a:endParaRPr lang="nl-NL" sz="16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600" b="0" u="none" strike="noStrike">
              <a:solidFill>
                <a:schemeClr val="dk1">
                  <a:lumMod val="75000"/>
                  <a:lumOff val="25000"/>
                </a:schemeClr>
              </a:solidFill>
              <a:effectLst/>
              <a:uFillTx/>
              <a:latin typeface="Trebuchet MS"/>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accent1"/>
                </a:solidFill>
                <a:effectLst/>
                <a:uFillTx/>
                <a:latin typeface="Trebuchet MS"/>
              </a:rPr>
              <a:t>Code als documentatie</a:t>
            </a:r>
            <a:endParaRPr lang="nl-NL" sz="3600" b="0" u="none" strike="noStrike">
              <a:solidFill>
                <a:schemeClr val="accent1"/>
              </a:solidFill>
              <a:effectLst/>
              <a:uFillTx/>
              <a:latin typeface="Trebuchet MS"/>
            </a:endParaRPr>
          </a:p>
        </p:txBody>
      </p:sp>
      <p:sp>
        <p:nvSpPr>
          <p:cNvPr id="388"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Bij ILVO (EMAV)</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Code duidelijk</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Gemakkelijk te volgen project structuur</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Project structuur duidelijk uitgelegt</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Verduidelijking via comments</a:t>
            </a:r>
            <a:endParaRPr lang="nl-NL" sz="16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tabLst>
                <a:tab pos="0" algn="l"/>
              </a:tabLst>
            </a:pPr>
            <a:r>
              <a:rPr lang="en-US" sz="1600" b="0" u="none" strike="noStrike">
                <a:solidFill>
                  <a:schemeClr val="dk1">
                    <a:lumMod val="75000"/>
                    <a:lumOff val="25000"/>
                  </a:schemeClr>
                </a:solidFill>
                <a:effectLst/>
                <a:uFillTx/>
                <a:latin typeface="Trebuchet MS"/>
              </a:rPr>
              <a:t>Minder de waarom</a:t>
            </a:r>
            <a:endParaRPr lang="nl-NL" sz="16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6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600" b="0" u="none" strike="noStrike">
              <a:solidFill>
                <a:schemeClr val="dk1">
                  <a:lumMod val="75000"/>
                  <a:lumOff val="25000"/>
                </a:schemeClr>
              </a:solidFill>
              <a:effectLst/>
              <a:uFillTx/>
              <a:latin typeface="Trebuchet MS"/>
            </a:endParaRPr>
          </a:p>
        </p:txBody>
      </p:sp>
      <p:pic>
        <p:nvPicPr>
          <p:cNvPr id="389" name=""/>
          <p:cNvPicPr/>
          <p:nvPr/>
        </p:nvPicPr>
        <p:blipFill>
          <a:blip r:embed="rId1"/>
          <a:stretch/>
        </p:blipFill>
        <p:spPr>
          <a:xfrm>
            <a:off x="5901120" y="1929600"/>
            <a:ext cx="4128840" cy="309672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accent1"/>
                </a:solidFill>
                <a:effectLst/>
                <a:uFillTx/>
                <a:latin typeface="Trebuchet MS"/>
              </a:rPr>
              <a:t>Documentatie drift</a:t>
            </a:r>
            <a:endParaRPr lang="nl-NL" sz="3600" b="0" u="none" strike="noStrike">
              <a:solidFill>
                <a:schemeClr val="accent1"/>
              </a:solidFill>
              <a:effectLst/>
              <a:uFillTx/>
              <a:latin typeface="Trebuchet MS"/>
            </a:endParaRPr>
          </a:p>
        </p:txBody>
      </p:sp>
      <p:sp>
        <p:nvSpPr>
          <p:cNvPr id="391"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indent="0" algn="l" defTabSz="457200">
              <a:lnSpc>
                <a:spcPct val="100000"/>
              </a:lnSpc>
              <a:spcBef>
                <a:spcPts val="1001"/>
              </a:spcBef>
              <a:buNone/>
            </a:pPr>
            <a:r>
              <a:rPr lang="nl-NL" sz="1800" b="0" u="none" strike="noStrike">
                <a:solidFill>
                  <a:schemeClr val="dk1">
                    <a:lumMod val="75000"/>
                    <a:lumOff val="25000"/>
                  </a:schemeClr>
                </a:solidFill>
                <a:effectLst/>
                <a:uFillTx/>
                <a:latin typeface="Trebuchet MS"/>
              </a:rPr>
              <a:t>Softwareontwikkeling verandert code: nieuwe functionaliteiten, refactoring, …</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NL" sz="1800" b="0" u="none" strike="noStrike">
                <a:solidFill>
                  <a:schemeClr val="dk1">
                    <a:lumMod val="75000"/>
                    <a:lumOff val="25000"/>
                  </a:schemeClr>
                </a:solidFill>
                <a:effectLst/>
                <a:uFillTx/>
                <a:latin typeface="Trebuchet MS"/>
              </a:rPr>
              <a:t>Documentatie blijft achter liggen (bijna onvermijdelijk fenomeen)</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NL" sz="1800" b="0" u="none" strike="noStrike">
                <a:solidFill>
                  <a:schemeClr val="dk1">
                    <a:lumMod val="75000"/>
                    <a:lumOff val="25000"/>
                  </a:schemeClr>
                </a:solidFill>
                <a:effectLst/>
                <a:uFillTx/>
                <a:latin typeface="Trebuchet MS"/>
              </a:rPr>
              <a:t>Gevolgen: </a:t>
            </a:r>
            <a:endParaRPr lang="nl-NL" sz="1800" b="0" u="none" strike="noStrike">
              <a:solidFill>
                <a:schemeClr val="dk1">
                  <a:lumMod val="75000"/>
                  <a:lumOff val="25000"/>
                </a:schemeClr>
              </a:solidFill>
              <a:effectLst/>
              <a:uFillTx/>
              <a:latin typeface="Trebuchet MS"/>
            </a:endParaRPr>
          </a:p>
          <a:p>
            <a:pPr indent="-32400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 Foute implementaties</a:t>
            </a:r>
            <a:endParaRPr lang="nl-NL" sz="1800" b="0" u="none" strike="noStrike">
              <a:solidFill>
                <a:schemeClr val="dk1">
                  <a:lumMod val="75000"/>
                  <a:lumOff val="25000"/>
                </a:schemeClr>
              </a:solidFill>
              <a:effectLst/>
              <a:uFillTx/>
              <a:latin typeface="Trebuchet MS"/>
            </a:endParaRPr>
          </a:p>
          <a:p>
            <a:pPr indent="-32400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 Hogere kosten</a:t>
            </a:r>
            <a:endParaRPr lang="nl-NL" sz="1800" b="0" u="none" strike="noStrike">
              <a:solidFill>
                <a:schemeClr val="dk1">
                  <a:lumMod val="75000"/>
                  <a:lumOff val="25000"/>
                </a:schemeClr>
              </a:solidFill>
              <a:effectLst/>
              <a:uFillTx/>
              <a:latin typeface="Trebuchet MS"/>
            </a:endParaRPr>
          </a:p>
          <a:p>
            <a:pPr indent="-32400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 Verlies van vertrouwen</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endParaRPr lang="nl-NL" sz="1800" b="0" u="none" strike="noStrike">
              <a:solidFill>
                <a:schemeClr val="dk1">
                  <a:lumMod val="75000"/>
                  <a:lumOff val="25000"/>
                </a:schemeClr>
              </a:solidFill>
              <a:effectLst/>
              <a:uFillTx/>
              <a:latin typeface="Trebuchet MS"/>
            </a:endParaRPr>
          </a:p>
        </p:txBody>
      </p:sp>
      <p:pic>
        <p:nvPicPr>
          <p:cNvPr id="392" name=""/>
          <p:cNvPicPr/>
          <p:nvPr/>
        </p:nvPicPr>
        <p:blipFill>
          <a:blip r:embed="rId1"/>
          <a:stretch/>
        </p:blipFill>
        <p:spPr>
          <a:xfrm>
            <a:off x="4677120" y="4278960"/>
            <a:ext cx="3863160" cy="202824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3"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accent1"/>
                </a:solidFill>
                <a:effectLst/>
                <a:uFillTx/>
                <a:latin typeface="Trebuchet MS"/>
              </a:rPr>
              <a:t>Documentatie drift</a:t>
            </a:r>
            <a:endParaRPr lang="nl-NL" sz="3600" b="0" u="none" strike="noStrike">
              <a:solidFill>
                <a:schemeClr val="accent1"/>
              </a:solidFill>
              <a:effectLst/>
              <a:uFillTx/>
              <a:latin typeface="Trebuchet MS"/>
            </a:endParaRPr>
          </a:p>
        </p:txBody>
      </p:sp>
      <p:sp>
        <p:nvSpPr>
          <p:cNvPr id="394"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indent="0" algn="l" defTabSz="457200">
              <a:lnSpc>
                <a:spcPct val="100000"/>
              </a:lnSpc>
              <a:spcBef>
                <a:spcPts val="1001"/>
              </a:spcBef>
              <a:buNone/>
            </a:pPr>
            <a:r>
              <a:rPr lang="nl-NL" sz="1800" b="0" u="none" strike="noStrike">
                <a:solidFill>
                  <a:schemeClr val="dk1">
                    <a:lumMod val="75000"/>
                    <a:lumOff val="25000"/>
                  </a:schemeClr>
                </a:solidFill>
                <a:effectLst/>
                <a:uFillTx/>
                <a:latin typeface="Trebuchet MS"/>
              </a:rPr>
              <a:t>Oplossingen: </a:t>
            </a:r>
            <a:endParaRPr lang="nl-NL" sz="1800" b="0" u="none" strike="noStrike">
              <a:solidFill>
                <a:schemeClr val="dk1">
                  <a:lumMod val="75000"/>
                  <a:lumOff val="25000"/>
                </a:schemeClr>
              </a:solidFill>
              <a:effectLst/>
              <a:uFillTx/>
              <a:latin typeface="Trebuchet MS"/>
            </a:endParaRPr>
          </a:p>
          <a:p>
            <a:pPr indent="-32400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 Code als documentatie</a:t>
            </a:r>
            <a:endParaRPr lang="nl-NL" sz="1800" b="0" u="none" strike="noStrike">
              <a:solidFill>
                <a:schemeClr val="dk1">
                  <a:lumMod val="75000"/>
                  <a:lumOff val="25000"/>
                </a:schemeClr>
              </a:solidFill>
              <a:effectLst/>
              <a:uFillTx/>
              <a:latin typeface="Trebuchet MS"/>
            </a:endParaRPr>
          </a:p>
          <a:p>
            <a:pPr indent="-32400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 Living documentation</a:t>
            </a:r>
            <a:endParaRPr lang="nl-NL" sz="1800" b="0" u="none" strike="noStrike">
              <a:solidFill>
                <a:schemeClr val="dk1">
                  <a:lumMod val="75000"/>
                  <a:lumOff val="25000"/>
                </a:schemeClr>
              </a:solidFill>
              <a:effectLst/>
              <a:uFillTx/>
              <a:latin typeface="Trebuchet MS"/>
            </a:endParaRPr>
          </a:p>
          <a:p>
            <a:pPr indent="-32400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 Automatische drift detectie</a:t>
            </a:r>
            <a:endParaRPr lang="nl-NL" sz="1800" b="0" u="none" strike="noStrike">
              <a:solidFill>
                <a:schemeClr val="dk1">
                  <a:lumMod val="75000"/>
                  <a:lumOff val="25000"/>
                </a:schemeClr>
              </a:solidFill>
              <a:effectLst/>
              <a:uFillTx/>
              <a:latin typeface="Trebuchet MS"/>
            </a:endParaRPr>
          </a:p>
          <a:p>
            <a:pPr indent="-324000" algn="l" defTabSz="457200">
              <a:lnSpc>
                <a:spcPct val="100000"/>
              </a:lnSpc>
              <a:spcBef>
                <a:spcPts val="1001"/>
              </a:spcBef>
              <a:buClr>
                <a:srgbClr val="90C226"/>
              </a:buClr>
              <a:buSzPct val="80000"/>
              <a:buFont typeface="Wingdings 3" charset="2"/>
              <a:buChar char=""/>
            </a:pPr>
            <a:r>
              <a:rPr lang="nl-NL" sz="1800" b="0" u="none" strike="noStrike">
                <a:solidFill>
                  <a:schemeClr val="dk1">
                    <a:lumMod val="75000"/>
                    <a:lumOff val="25000"/>
                  </a:schemeClr>
                </a:solidFill>
                <a:effectLst/>
                <a:uFillTx/>
                <a:latin typeface="Trebuchet MS"/>
              </a:rPr>
              <a:t> Niet als los product zien, maar als integraal onderdeel van het ontwikkelproces</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endParaRPr lang="nl-NL" sz="1800" b="0" u="none" strike="noStrike">
              <a:solidFill>
                <a:schemeClr val="dk1">
                  <a:lumMod val="75000"/>
                  <a:lumOff val="25000"/>
                </a:schemeClr>
              </a:solidFill>
              <a:effectLst/>
              <a:uFillTx/>
              <a:latin typeface="Trebuchet MS"/>
            </a:endParaRPr>
          </a:p>
        </p:txBody>
      </p:sp>
      <p:pic>
        <p:nvPicPr>
          <p:cNvPr id="395" name=""/>
          <p:cNvPicPr/>
          <p:nvPr/>
        </p:nvPicPr>
        <p:blipFill>
          <a:blip r:embed="rId1"/>
          <a:stretch/>
        </p:blipFill>
        <p:spPr>
          <a:xfrm>
            <a:off x="6239880" y="1808640"/>
            <a:ext cx="2670840" cy="178056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accent1"/>
                </a:solidFill>
                <a:effectLst/>
                <a:uFillTx/>
                <a:latin typeface="Trebuchet MS"/>
              </a:rPr>
              <a:t>Documentatie drift</a:t>
            </a:r>
            <a:endParaRPr lang="nl-NL" sz="3600" b="0" u="none" strike="noStrike">
              <a:solidFill>
                <a:schemeClr val="accent1"/>
              </a:solidFill>
              <a:effectLst/>
              <a:uFillTx/>
              <a:latin typeface="Trebuchet MS"/>
            </a:endParaRPr>
          </a:p>
        </p:txBody>
      </p:sp>
      <p:sp>
        <p:nvSpPr>
          <p:cNvPr id="397"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ILVO:</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It’ers documenteren de code</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Onderzoekers documenteren de waarom van de formules</a:t>
            </a:r>
            <a:endParaRPr lang="nl-NL" sz="16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tabLst>
                <a:tab pos="0" algn="l"/>
              </a:tabLst>
            </a:pPr>
            <a:r>
              <a:rPr lang="en-US" sz="1600" b="0" u="none" strike="noStrike">
                <a:solidFill>
                  <a:schemeClr val="dk1">
                    <a:lumMod val="75000"/>
                    <a:lumOff val="25000"/>
                  </a:schemeClr>
                </a:solidFill>
                <a:effectLst/>
                <a:uFillTx/>
                <a:latin typeface="Trebuchet MS"/>
              </a:rPr>
              <a:t>De hoe is goed</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tabLst>
                <a:tab pos="0" algn="l"/>
              </a:tabLst>
            </a:pPr>
            <a:r>
              <a:rPr lang="en-US" sz="1600" b="0" u="none" strike="noStrike">
                <a:solidFill>
                  <a:schemeClr val="dk1">
                    <a:lumMod val="75000"/>
                    <a:lumOff val="25000"/>
                  </a:schemeClr>
                </a:solidFill>
                <a:effectLst/>
                <a:uFillTx/>
                <a:latin typeface="Trebuchet MS"/>
              </a:rPr>
              <a:t>De waarom is zo goed als onbestaand</a:t>
            </a:r>
            <a:endParaRPr lang="nl-NL" sz="1600" b="0" u="none" strike="noStrike">
              <a:solidFill>
                <a:schemeClr val="dk1">
                  <a:lumMod val="75000"/>
                  <a:lumOff val="25000"/>
                </a:schemeClr>
              </a:solidFill>
              <a:effectLst/>
              <a:uFillTx/>
              <a:latin typeface="Trebuchet MS"/>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8"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accent1"/>
                </a:solidFill>
                <a:effectLst/>
                <a:uFillTx/>
                <a:latin typeface="Trebuchet MS"/>
              </a:rPr>
              <a:t>Python &amp; C#</a:t>
            </a:r>
            <a:endParaRPr lang="nl-NL" sz="3600" b="0" u="none" strike="noStrike">
              <a:solidFill>
                <a:schemeClr val="accent1"/>
              </a:solidFill>
              <a:effectLst/>
              <a:uFillTx/>
              <a:latin typeface="Trebuchet MS"/>
            </a:endParaRPr>
          </a:p>
        </p:txBody>
      </p:sp>
      <p:sp>
        <p:nvSpPr>
          <p:cNvPr id="399"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Grote testen volledig via dll’s niet geschikt</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8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tabLst>
                <a:tab pos="0" algn="l"/>
              </a:tabLst>
            </a:pPr>
            <a:r>
              <a:rPr lang="en-US" sz="1800" b="0" u="none" strike="noStrike">
                <a:solidFill>
                  <a:schemeClr val="dk1">
                    <a:lumMod val="75000"/>
                    <a:lumOff val="25000"/>
                  </a:schemeClr>
                </a:solidFill>
                <a:effectLst/>
                <a:uFillTx/>
                <a:latin typeface="Trebuchet MS"/>
              </a:rPr>
              <a:t>Onderdelen mogelijk</a:t>
            </a:r>
            <a:endParaRPr lang="nl-NL" sz="1800" b="0" u="none" strike="noStrike">
              <a:solidFill>
                <a:schemeClr val="dk1">
                  <a:lumMod val="75000"/>
                  <a:lumOff val="25000"/>
                </a:schemeClr>
              </a:solidFill>
              <a:effectLst/>
              <a:uFillTx/>
              <a:latin typeface="Trebuchet MS"/>
            </a:endParaRPr>
          </a:p>
        </p:txBody>
      </p:sp>
      <p:pic>
        <p:nvPicPr>
          <p:cNvPr id="400" name=""/>
          <p:cNvPicPr/>
          <p:nvPr/>
        </p:nvPicPr>
        <p:blipFill>
          <a:blip r:embed="rId1"/>
          <a:stretch/>
        </p:blipFill>
        <p:spPr>
          <a:xfrm>
            <a:off x="5169240" y="4376880"/>
            <a:ext cx="2460600" cy="1536480"/>
          </a:xfrm>
          <a:prstGeom prst="rect">
            <a:avLst/>
          </a:prstGeom>
          <a:noFill/>
          <a:ln w="0">
            <a:noFill/>
          </a:ln>
        </p:spPr>
      </p:pic>
      <p:pic>
        <p:nvPicPr>
          <p:cNvPr id="401" name=""/>
          <p:cNvPicPr/>
          <p:nvPr/>
        </p:nvPicPr>
        <p:blipFill>
          <a:blip r:embed="rId2"/>
          <a:stretch/>
        </p:blipFill>
        <p:spPr>
          <a:xfrm>
            <a:off x="1199160" y="4425840"/>
            <a:ext cx="2963880" cy="155088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title"/>
          </p:nvPr>
        </p:nvSpPr>
        <p:spPr>
          <a:xfrm>
            <a:off x="677160" y="60948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accent1"/>
                </a:solidFill>
                <a:effectLst/>
                <a:uFillTx/>
                <a:latin typeface="Trebuchet MS"/>
              </a:rPr>
              <a:t>Python &amp; C#</a:t>
            </a:r>
            <a:endParaRPr lang="nl-NL" sz="3600" b="0" u="none" strike="noStrike">
              <a:solidFill>
                <a:schemeClr val="accent1"/>
              </a:solidFill>
              <a:effectLst/>
              <a:uFillTx/>
              <a:latin typeface="Trebuchet MS"/>
            </a:endParaRPr>
          </a:p>
        </p:txBody>
      </p:sp>
      <p:sp>
        <p:nvSpPr>
          <p:cNvPr id="403" name="PlaceHolder 2"/>
          <p:cNvSpPr>
            <a:spLocks noGrp="1"/>
          </p:cNvSpPr>
          <p:nvPr>
            <p:ph/>
          </p:nvPr>
        </p:nvSpPr>
        <p:spPr>
          <a:xfrm>
            <a:off x="677160" y="2160720"/>
            <a:ext cx="8596080" cy="3880080"/>
          </a:xfrm>
          <a:prstGeom prst="rect">
            <a:avLst/>
          </a:prstGeom>
          <a:noFill/>
          <a:ln w="0">
            <a:noFill/>
          </a:ln>
        </p:spPr>
        <p:txBody>
          <a:bodyPr lIns="91440" tIns="45720" rIns="91440" bIns="45720" anchor="t">
            <a:normAutofit fontScale="85000" lnSpcReduction="19999"/>
          </a:bodyPr>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r>
              <a:rPr lang="nl-BE" sz="1800" b="0" u="none" strike="noStrike">
                <a:solidFill>
                  <a:schemeClr val="dk1">
                    <a:lumMod val="75000"/>
                    <a:lumOff val="25000"/>
                  </a:schemeClr>
                </a:solidFill>
                <a:effectLst/>
                <a:uFillTx/>
                <a:latin typeface="Trebuchet MS"/>
              </a:rPr>
              <a:t>	</a:t>
            </a:r>
            <a:r>
              <a:rPr lang="nl-BE" sz="1800" b="0" u="none" strike="noStrike">
                <a:solidFill>
                  <a:schemeClr val="dk1">
                    <a:lumMod val="75000"/>
                    <a:lumOff val="25000"/>
                  </a:schemeClr>
                </a:solidFill>
                <a:effectLst/>
                <a:uFillTx/>
                <a:latin typeface="Trebuchet MS"/>
              </a:rPr>
              <a:t>Runtime.PythonDLL = "";</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PythonEngine.Initialize();</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r>
              <a:rPr lang="nl-BE" sz="1800" b="0" u="none" strike="noStrike">
                <a:solidFill>
                  <a:srgbClr val="0070C0"/>
                </a:solidFill>
                <a:effectLst/>
                <a:uFillTx/>
                <a:latin typeface="Trebuchet MS"/>
              </a:rPr>
              <a:t>var</a:t>
            </a:r>
            <a:r>
              <a:rPr lang="nl-BE" sz="1800" b="0" u="none" strike="noStrike">
                <a:solidFill>
                  <a:schemeClr val="dk1">
                    <a:lumMod val="75000"/>
                    <a:lumOff val="25000"/>
                  </a:schemeClr>
                </a:solidFill>
                <a:effectLst/>
                <a:uFillTx/>
                <a:latin typeface="Trebuchet MS"/>
              </a:rPr>
              <a:t> result = </a:t>
            </a:r>
            <a:r>
              <a:rPr lang="nl-BE" sz="1800" b="0" u="none" strike="noStrike">
                <a:solidFill>
                  <a:srgbClr val="0070C0"/>
                </a:solidFill>
                <a:effectLst/>
                <a:uFillTx/>
                <a:latin typeface="Trebuchet MS"/>
              </a:rPr>
              <a:t>new</a:t>
            </a:r>
            <a:r>
              <a:rPr lang="nl-BE" sz="1800" b="0" u="none" strike="noStrike">
                <a:solidFill>
                  <a:schemeClr val="dk1">
                    <a:lumMod val="75000"/>
                    <a:lumOff val="25000"/>
                  </a:schemeClr>
                </a:solidFill>
                <a:effectLst/>
                <a:uFillTx/>
                <a:latin typeface="Trebuchet MS"/>
              </a:rPr>
              <a:t> List&lt;EmissieVoederTechnieken&gt;();</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r>
              <a:rPr lang="nl-BE" sz="1800" b="0" u="none" strike="noStrike">
                <a:solidFill>
                  <a:srgbClr val="0070C0"/>
                </a:solidFill>
                <a:effectLst/>
                <a:uFillTx/>
                <a:latin typeface="Trebuchet MS"/>
              </a:rPr>
              <a:t>using</a:t>
            </a:r>
            <a:r>
              <a:rPr lang="nl-BE" sz="1800" b="0" u="none" strike="noStrike">
                <a:solidFill>
                  <a:schemeClr val="dk1">
                    <a:lumMod val="75000"/>
                    <a:lumOff val="25000"/>
                  </a:schemeClr>
                </a:solidFill>
                <a:effectLst/>
                <a:uFillTx/>
                <a:latin typeface="Trebuchet MS"/>
              </a:rPr>
              <a:t> (Py.GIL())</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r>
              <a:rPr lang="nl-BE" sz="1800" b="0" u="none" strike="noStrike">
                <a:solidFill>
                  <a:srgbClr val="0070C0"/>
                </a:solidFill>
                <a:effectLst/>
                <a:uFillTx/>
                <a:latin typeface="Trebuchet MS"/>
              </a:rPr>
              <a:t>dynamic</a:t>
            </a:r>
            <a:r>
              <a:rPr lang="nl-BE" sz="1800" b="0" u="none" strike="noStrike">
                <a:solidFill>
                  <a:schemeClr val="dk1">
                    <a:lumMod val="75000"/>
                    <a:lumOff val="25000"/>
                  </a:schemeClr>
                </a:solidFill>
                <a:effectLst/>
                <a:uFillTx/>
                <a:latin typeface="Trebuchet MS"/>
              </a:rPr>
              <a:t> sys = Py.Import("</a:t>
            </a:r>
            <a:r>
              <a:rPr lang="nl-BE" sz="1800" b="0" u="none" strike="noStrike">
                <a:solidFill>
                  <a:schemeClr val="accent4">
                    <a:lumMod val="75000"/>
                  </a:schemeClr>
                </a:solidFill>
                <a:effectLst/>
                <a:uFillTx/>
                <a:latin typeface="Trebuchet MS"/>
              </a:rPr>
              <a:t>sys</a:t>
            </a:r>
            <a:r>
              <a:rPr lang="nl-BE" sz="1800" b="0" u="none" strike="noStrike">
                <a:solidFill>
                  <a:schemeClr val="dk1">
                    <a:lumMod val="75000"/>
                    <a:lumOff val="25000"/>
                  </a:schemeClr>
                </a:solidFill>
                <a:effectLst/>
                <a:uFillTx/>
                <a:latin typeface="Trebuchet MS"/>
              </a:rPr>
              <a:t>");</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r>
              <a:rPr lang="nl-BE" sz="1800" b="0" u="none" strike="noStrike">
                <a:solidFill>
                  <a:srgbClr val="0070C0"/>
                </a:solidFill>
                <a:effectLst/>
                <a:uFillTx/>
                <a:latin typeface="Trebuchet MS"/>
              </a:rPr>
              <a:t>string</a:t>
            </a:r>
            <a:r>
              <a:rPr lang="nl-BE" sz="1800" b="0" u="none" strike="noStrike">
                <a:solidFill>
                  <a:schemeClr val="dk1">
                    <a:lumMod val="75000"/>
                    <a:lumOff val="25000"/>
                  </a:schemeClr>
                </a:solidFill>
                <a:effectLst/>
                <a:uFillTx/>
                <a:latin typeface="Trebuchet MS"/>
              </a:rPr>
              <a:t> executorDirectory = Path.Combine(AppDomain.CurrentDomain.BaseDirectory, </a:t>
            </a:r>
            <a:r>
              <a:rPr lang="nl-BE" sz="1800" b="0" u="none" strike="noStrike">
                <a:solidFill>
                  <a:schemeClr val="accent4">
                    <a:lumMod val="75000"/>
                  </a:schemeClr>
                </a:solidFill>
                <a:effectLst/>
                <a:uFillTx/>
                <a:latin typeface="Trebuchet MS"/>
              </a:rPr>
              <a:t>@"..\..\..\..\..\ILVO.EMAV.Jupyter\berekeningen</a:t>
            </a:r>
            <a:r>
              <a:rPr lang="nl-BE" sz="1800" b="0" u="none" strike="noStrike">
                <a:solidFill>
                  <a:schemeClr val="dk1">
                    <a:lumMod val="75000"/>
                    <a:lumOff val="25000"/>
                  </a:schemeClr>
                </a:solidFill>
                <a:effectLst/>
                <a:uFillTx/>
                <a:latin typeface="Trebuchet MS"/>
              </a:rPr>
              <a:t>\");</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sys.path.append(executorDirectory);</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r>
              <a:rPr lang="nl-BE" sz="1800" b="0" u="none" strike="noStrike">
                <a:solidFill>
                  <a:srgbClr val="0070C0"/>
                </a:solidFill>
                <a:effectLst/>
                <a:uFillTx/>
                <a:latin typeface="Trebuchet MS"/>
              </a:rPr>
              <a:t>dynamic</a:t>
            </a:r>
            <a:r>
              <a:rPr lang="nl-BE" sz="1800" b="0" u="none" strike="noStrike">
                <a:solidFill>
                  <a:schemeClr val="dk1">
                    <a:lumMod val="75000"/>
                    <a:lumOff val="25000"/>
                  </a:schemeClr>
                </a:solidFill>
                <a:effectLst/>
                <a:uFillTx/>
                <a:latin typeface="Trebuchet MS"/>
              </a:rPr>
              <a:t> emissieBerekening = Py.Import("</a:t>
            </a:r>
            <a:r>
              <a:rPr lang="nl-BE" sz="1800" b="0" u="none" strike="noStrike">
                <a:solidFill>
                  <a:schemeClr val="accent4">
                    <a:lumMod val="75000"/>
                  </a:schemeClr>
                </a:solidFill>
                <a:effectLst/>
                <a:uFillTx/>
                <a:latin typeface="Trebuchet MS"/>
              </a:rPr>
              <a:t>BerekenEmissieVoedertechnieken</a:t>
            </a:r>
            <a:r>
              <a:rPr lang="nl-BE" sz="1800" b="0" u="none" strike="noStrike">
                <a:solidFill>
                  <a:schemeClr val="dk1">
                    <a:lumMod val="75000"/>
                    <a:lumOff val="25000"/>
                  </a:schemeClr>
                </a:solidFill>
                <a:effectLst/>
                <a:uFillTx/>
                <a:latin typeface="Trebuchet MS"/>
              </a:rPr>
              <a:t>");</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r>
              <a:rPr lang="nl-BE" sz="1800" b="0" u="none" strike="noStrike">
                <a:solidFill>
                  <a:srgbClr val="0070C0"/>
                </a:solidFill>
                <a:effectLst/>
                <a:uFillTx/>
                <a:latin typeface="Trebuchet MS"/>
              </a:rPr>
              <a:t>result</a:t>
            </a:r>
            <a:r>
              <a:rPr lang="nl-BE" sz="1800" b="0" u="none" strike="noStrike">
                <a:solidFill>
                  <a:schemeClr val="dk1">
                    <a:lumMod val="75000"/>
                    <a:lumOff val="25000"/>
                  </a:schemeClr>
                </a:solidFill>
                <a:effectLst/>
                <a:uFillTx/>
                <a:latin typeface="Trebuchet MS"/>
              </a:rPr>
              <a:t> = emissieBerekening.Bereken(input.EmissieStallen);</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r>
              <a:rPr lang="nl-BE" sz="1800" b="0" u="none" strike="noStrike">
                <a:solidFill>
                  <a:schemeClr val="dk1">
                    <a:lumMod val="75000"/>
                    <a:lumOff val="25000"/>
                  </a:schemeClr>
                </a:solidFill>
                <a:effectLst/>
                <a:uFillTx/>
                <a:latin typeface="Trebuchet MS"/>
              </a:rPr>
              <a:t>        }</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tabLst>
                <a:tab pos="0" algn="l"/>
              </a:tabLst>
            </a:pPr>
            <a:endParaRPr lang="nl-NL" sz="1800" b="0" u="none" strike="noStrike">
              <a:solidFill>
                <a:schemeClr val="dk1">
                  <a:lumMod val="75000"/>
                  <a:lumOff val="25000"/>
                </a:schemeClr>
              </a:solidFill>
              <a:effectLst/>
              <a:uFillTx/>
              <a:latin typeface="Trebuchet MS"/>
            </a:endParaRPr>
          </a:p>
        </p:txBody>
      </p:sp>
      <p:sp>
        <p:nvSpPr>
          <p:cNvPr id="404" name=""/>
          <p:cNvSpPr/>
          <p:nvPr/>
        </p:nvSpPr>
        <p:spPr>
          <a:xfrm>
            <a:off x="556560" y="1722960"/>
            <a:ext cx="8893800" cy="4430880"/>
          </a:xfrm>
          <a:prstGeom prst="frame">
            <a:avLst>
              <a:gd name="adj1" fmla="val 2175"/>
            </a:avLst>
          </a:prstGeom>
          <a:solidFill>
            <a:srgbClr val="000000"/>
          </a:solidFill>
          <a:ln w="0">
            <a:solidFill>
              <a:srgbClr val="3465A4"/>
            </a:solid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405" name="Rectangle 8">
            <a:extLst>
              <a:ext uri="{C183D7F6-B498-43B3-948B-1728B52AA6E4}">
                <adec:decorative xmlns:adec="http://schemas.microsoft.com/office/drawing/2017/decorative" val="1"/>
              </a:ext>
            </a:extLst>
          </p:cNvPr>
          <p:cNvSpPr/>
          <p:nvPr/>
        </p:nvSpPr>
        <p:spPr>
          <a:xfrm>
            <a:off x="0" y="36000"/>
            <a:ext cx="12191400" cy="685728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Trebuchet MS"/>
            </a:endParaRPr>
          </a:p>
        </p:txBody>
      </p:sp>
      <p:sp>
        <p:nvSpPr>
          <p:cNvPr id="406" name="PlaceHolder 1"/>
          <p:cNvSpPr>
            <a:spLocks noGrp="1"/>
          </p:cNvSpPr>
          <p:nvPr>
            <p:ph type="title"/>
          </p:nvPr>
        </p:nvSpPr>
        <p:spPr>
          <a:xfrm>
            <a:off x="1287000" y="609480"/>
            <a:ext cx="10196640" cy="1098720"/>
          </a:xfrm>
          <a:prstGeom prst="rect">
            <a:avLst/>
          </a:prstGeom>
          <a:noFill/>
          <a:ln w="0">
            <a:noFill/>
          </a:ln>
        </p:spPr>
        <p:txBody>
          <a:bodyPr lIns="91440" tIns="45720" rIns="91440" bIns="45720" anchor="t">
            <a:normAutofit/>
          </a:bodyPr>
          <a:p>
            <a:pPr indent="0" algn="l" defTabSz="457200">
              <a:lnSpc>
                <a:spcPct val="100000"/>
              </a:lnSpc>
              <a:buNone/>
              <a:tabLst>
                <a:tab pos="0" algn="l"/>
              </a:tabLst>
            </a:pPr>
            <a:r>
              <a:rPr lang="en-US" sz="3600" b="0" u="none" strike="noStrike">
                <a:solidFill>
                  <a:schemeClr val="accent1"/>
                </a:solidFill>
                <a:effectLst/>
                <a:uFillTx/>
                <a:latin typeface="Trebuchet MS"/>
              </a:rPr>
              <a:t>Conclusie</a:t>
            </a:r>
            <a:endParaRPr lang="nl-NL" sz="3600" b="0" u="none" strike="noStrike">
              <a:solidFill>
                <a:schemeClr val="accent1"/>
              </a:solidFill>
              <a:effectLst/>
              <a:uFillTx/>
              <a:latin typeface="Trebuchet MS"/>
            </a:endParaRPr>
          </a:p>
        </p:txBody>
      </p:sp>
      <p:sp>
        <p:nvSpPr>
          <p:cNvPr id="407" name="Isosceles Triangle 10">
            <a:extLst>
              <a:ext uri="{C183D7F6-B498-43B3-948B-1728B52AA6E4}">
                <adec:decorative xmlns:adec="http://schemas.microsoft.com/office/drawing/2017/decorative" val="1"/>
              </a:ext>
            </a:extLst>
          </p:cNvPr>
          <p:cNvSpPr/>
          <p:nvPr/>
        </p:nvSpPr>
        <p:spPr>
          <a:xfrm rot="10800000">
            <a:off x="720" y="720"/>
            <a:ext cx="842040" cy="5665320"/>
          </a:xfrm>
          <a:prstGeom prst="triangle">
            <a:avLst>
              <a:gd name="adj" fmla="val 10000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08" name="Isosceles Triangle 12">
            <a:extLst>
              <a:ext uri="{C183D7F6-B498-43B3-948B-1728B52AA6E4}">
                <adec:decorative xmlns:adec="http://schemas.microsoft.com/office/drawing/2017/decorative" val="1"/>
              </a:ext>
            </a:extLst>
          </p:cNvPr>
          <p:cNvSpPr/>
          <p:nvPr/>
        </p:nvSpPr>
        <p:spPr>
          <a:xfrm flipH="1">
            <a:off x="1174248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09"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Alternatieve vormen</a:t>
            </a:r>
            <a:endParaRPr lang="nl-NL" sz="18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Code als Documentatie</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Toegepast</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Duidelijke code</a:t>
            </a:r>
            <a:endParaRPr lang="nl-NL" sz="16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Documentatie drift:</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It’ers =&gt; hoe</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Onderzoekers =&gt; waarom</a:t>
            </a:r>
            <a:endParaRPr lang="nl-NL" sz="16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Python en C#:</a:t>
            </a:r>
            <a:endParaRPr lang="nl-NL" sz="18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Kleine ondelen (berekeningen)</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Integratie testen &amp; unittesten</a:t>
            </a:r>
            <a:endParaRPr lang="nl-NL" sz="1600" b="0" u="none" strike="noStrike">
              <a:solidFill>
                <a:schemeClr val="dk1">
                  <a:lumMod val="75000"/>
                  <a:lumOff val="25000"/>
                </a:schemeClr>
              </a:solidFill>
              <a:effectLst/>
              <a:uFillTx/>
              <a:latin typeface="Trebuchet MS"/>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Niet per se voor gemaakt</a:t>
            </a:r>
            <a:endParaRPr lang="nl-NL" sz="1600" b="0" u="none" strike="noStrike">
              <a:solidFill>
                <a:schemeClr val="dk1">
                  <a:lumMod val="75000"/>
                  <a:lumOff val="25000"/>
                </a:schemeClr>
              </a:solidFill>
              <a:effectLst/>
              <a:uFillTx/>
              <a:latin typeface="Trebuchet MS"/>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410" name="Rectangle 8">
            <a:extLst>
              <a:ext uri="{C183D7F6-B498-43B3-948B-1728B52AA6E4}">
                <adec:decorative xmlns:adec="http://schemas.microsoft.com/office/drawing/2017/decorative" val="1"/>
              </a:ext>
            </a:extLst>
          </p:cNvPr>
          <p:cNvSpPr/>
          <p:nvPr/>
        </p:nvSpPr>
        <p:spPr>
          <a:xfrm>
            <a:off x="0" y="0"/>
            <a:ext cx="12191400" cy="685728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Trebuchet MS"/>
            </a:endParaRPr>
          </a:p>
        </p:txBody>
      </p:sp>
      <p:sp>
        <p:nvSpPr>
          <p:cNvPr id="411" name="PlaceHolder 1"/>
          <p:cNvSpPr>
            <a:spLocks noGrp="1"/>
          </p:cNvSpPr>
          <p:nvPr>
            <p:ph type="title"/>
          </p:nvPr>
        </p:nvSpPr>
        <p:spPr>
          <a:xfrm>
            <a:off x="1287000" y="609480"/>
            <a:ext cx="10196640" cy="1098720"/>
          </a:xfrm>
          <a:prstGeom prst="rect">
            <a:avLst/>
          </a:prstGeom>
          <a:noFill/>
          <a:ln w="0">
            <a:noFill/>
          </a:ln>
        </p:spPr>
        <p:txBody>
          <a:bodyPr lIns="91440" tIns="45720" rIns="91440" bIns="45720" anchor="t">
            <a:normAutofit/>
          </a:bodyPr>
          <a:p>
            <a:pPr indent="0" algn="l" defTabSz="457200">
              <a:lnSpc>
                <a:spcPct val="100000"/>
              </a:lnSpc>
              <a:buNone/>
              <a:tabLst>
                <a:tab pos="0" algn="l"/>
              </a:tabLst>
            </a:pPr>
            <a:r>
              <a:rPr lang="nl-BE" sz="3600" b="0" u="none" strike="noStrike">
                <a:solidFill>
                  <a:schemeClr val="accent1"/>
                </a:solidFill>
                <a:effectLst/>
                <a:uFillTx/>
                <a:latin typeface="Trebuchet MS"/>
              </a:rPr>
              <a:t>Kritische reflectie</a:t>
            </a:r>
            <a:endParaRPr lang="nl-NL" sz="3600" b="0" u="none" strike="noStrike">
              <a:solidFill>
                <a:schemeClr val="accent1"/>
              </a:solidFill>
              <a:effectLst/>
              <a:uFillTx/>
              <a:latin typeface="Trebuchet MS"/>
            </a:endParaRPr>
          </a:p>
        </p:txBody>
      </p:sp>
      <p:sp>
        <p:nvSpPr>
          <p:cNvPr id="412" name="Isosceles Triangle 10">
            <a:extLst>
              <a:ext uri="{C183D7F6-B498-43B3-948B-1728B52AA6E4}">
                <adec:decorative xmlns:adec="http://schemas.microsoft.com/office/drawing/2017/decorative" val="1"/>
              </a:ext>
            </a:extLst>
          </p:cNvPr>
          <p:cNvSpPr/>
          <p:nvPr/>
        </p:nvSpPr>
        <p:spPr>
          <a:xfrm rot="10800000">
            <a:off x="720" y="720"/>
            <a:ext cx="842040" cy="5665320"/>
          </a:xfrm>
          <a:prstGeom prst="triangle">
            <a:avLst>
              <a:gd name="adj" fmla="val 10000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13" name="Isosceles Triangle 12">
            <a:extLst>
              <a:ext uri="{C183D7F6-B498-43B3-948B-1728B52AA6E4}">
                <adec:decorative xmlns:adec="http://schemas.microsoft.com/office/drawing/2017/decorative" val="1"/>
              </a:ext>
            </a:extLst>
          </p:cNvPr>
          <p:cNvSpPr/>
          <p:nvPr/>
        </p:nvSpPr>
        <p:spPr>
          <a:xfrm flipH="1">
            <a:off x="11742480" y="4013280"/>
            <a:ext cx="447840" cy="284400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nl-BE" sz="1800" b="0" u="none" strike="noStrike">
              <a:solidFill>
                <a:schemeClr val="lt1"/>
              </a:solidFill>
              <a:effectLst/>
              <a:uFillTx/>
              <a:latin typeface="Trebuchet MS"/>
            </a:endParaRPr>
          </a:p>
        </p:txBody>
      </p:sp>
      <p:sp>
        <p:nvSpPr>
          <p:cNvPr id="414" name="PlaceHolder 2"/>
          <p:cNvSpPr>
            <a:spLocks noGrp="1"/>
          </p:cNvSpPr>
          <p:nvPr>
            <p:ph/>
          </p:nvPr>
        </p:nvSpPr>
        <p:spPr>
          <a:xfrm>
            <a:off x="677160" y="2160720"/>
            <a:ext cx="8596080" cy="3880080"/>
          </a:xfrm>
          <a:prstGeom prst="rect">
            <a:avLst/>
          </a:prstGeom>
          <a:noFill/>
          <a:ln w="0">
            <a:noFill/>
          </a:ln>
        </p:spPr>
        <p:txBody>
          <a:bodyPr lIns="91440" tIns="45720" rIns="91440" bIns="45720" anchor="t">
            <a:noAutofit/>
          </a:bodyPr>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Hulp vragen bij het vast zitten</a:t>
            </a: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endParaRPr lang="nl-NL" sz="1800" b="0" u="none" strike="noStrike">
              <a:solidFill>
                <a:schemeClr val="dk1">
                  <a:lumMod val="75000"/>
                  <a:lumOff val="25000"/>
                </a:schemeClr>
              </a:solidFill>
              <a:effectLst/>
              <a:uFillTx/>
              <a:latin typeface="Trebuchet MS"/>
            </a:endParaRPr>
          </a:p>
          <a:p>
            <a:pPr indent="0" algn="l" defTabSz="457200">
              <a:lnSpc>
                <a:spcPct val="100000"/>
              </a:lnSpc>
              <a:spcBef>
                <a:spcPts val="1001"/>
              </a:spcBef>
              <a:buNone/>
            </a:pPr>
            <a:endParaRPr lang="nl-NL" sz="18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Eerder feedback vragen</a:t>
            </a:r>
            <a:endParaRPr lang="nl-NL" sz="1800" b="0" u="none" strike="noStrike">
              <a:solidFill>
                <a:schemeClr val="dk1">
                  <a:lumMod val="75000"/>
                  <a:lumOff val="25000"/>
                </a:schemeClr>
              </a:solidFill>
              <a:effectLst/>
              <a:uFillTx/>
              <a:latin typeface="Trebuchet MS"/>
            </a:endParaRPr>
          </a:p>
          <a:p>
            <a:pPr marL="343080" indent="0" algn="l" defTabSz="457200">
              <a:lnSpc>
                <a:spcPct val="100000"/>
              </a:lnSpc>
              <a:spcBef>
                <a:spcPts val="1001"/>
              </a:spcBef>
              <a:buNone/>
            </a:pPr>
            <a:endParaRPr lang="nl-NL" sz="1800" b="0" u="none" strike="noStrike">
              <a:solidFill>
                <a:schemeClr val="dk1">
                  <a:lumMod val="75000"/>
                  <a:lumOff val="25000"/>
                </a:schemeClr>
              </a:solidFill>
              <a:effectLst/>
              <a:uFillTx/>
              <a:latin typeface="Trebuchet MS"/>
            </a:endParaRPr>
          </a:p>
          <a:p>
            <a:pPr marL="343080" indent="0" algn="l" defTabSz="457200">
              <a:lnSpc>
                <a:spcPct val="100000"/>
              </a:lnSpc>
              <a:spcBef>
                <a:spcPts val="1001"/>
              </a:spcBef>
              <a:buNone/>
            </a:pPr>
            <a:endParaRPr lang="nl-NL" sz="1800" b="0" u="none" strike="noStrike">
              <a:solidFill>
                <a:schemeClr val="dk1">
                  <a:lumMod val="75000"/>
                  <a:lumOff val="25000"/>
                </a:schemeClr>
              </a:solidFill>
              <a:effectLst/>
              <a:uFillTx/>
              <a:latin typeface="Trebuchet MS"/>
            </a:endParaRPr>
          </a:p>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Voor testen: niet via web project</a:t>
            </a:r>
            <a:endParaRPr lang="nl-NL" sz="1800" b="0" u="none" strike="noStrike">
              <a:solidFill>
                <a:schemeClr val="dk1">
                  <a:lumMod val="75000"/>
                  <a:lumOff val="25000"/>
                </a:schemeClr>
              </a:solidFill>
              <a:effectLst/>
              <a:uFillTx/>
              <a:latin typeface="Trebuchet MS"/>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3.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4.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5.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0.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Facet</Template>
  <TotalTime>34</TotalTime>
  <Application>LibreOffice/26.2.2.2$Linux_X86_64 LibreOffice_project/620$Build-2</Application>
  <AppVersion>15.0000</AppVersion>
  <Words>500</Words>
  <Paragraphs>99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2026-06-10T17:41:05Z</dcterms:created>
  <dc:creator>Caradoc Roetynck</dc:creator>
  <dc:description/>
  <dc:language>en-US</dc:language>
  <cp:lastModifiedBy/>
  <dcterms:modified xsi:type="dcterms:W3CDTF">2026-09-02T21:37:11Z</dcterms:modified>
  <cp:revision>19</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4</vt:i4>
  </property>
  <property fmtid="{D5CDD505-2E9C-101B-9397-08002B2CF9AE}" pid="3" name="PresentationFormat">
    <vt:lpwstr>Breedbeeld</vt:lpwstr>
  </property>
  <property fmtid="{D5CDD505-2E9C-101B-9397-08002B2CF9AE}" pid="4" name="Slides">
    <vt:i4>13</vt:i4>
  </property>
</Properties>
</file>