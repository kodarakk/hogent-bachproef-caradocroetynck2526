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246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8627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0844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66164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4595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27818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6155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3902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914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7834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186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2221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7053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07173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36359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62991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00FF6-DFC5-4A20-AE84-BB7F33C8E4FA}" type="datetimeFigureOut">
              <a:rPr lang="nl-BE" smtClean="0"/>
              <a:t>10/06/2026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F25020-1281-437F-B925-3E2602D8074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4854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BC49DA-46A6-4728-E480-B1FEF3345B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Bachelorproef</a:t>
            </a:r>
            <a:r>
              <a:rPr lang="en-US" dirty="0"/>
              <a:t> </a:t>
            </a:r>
            <a:r>
              <a:rPr lang="en-US" dirty="0" err="1"/>
              <a:t>verdediging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2A76C7C-3492-72F0-AE01-DE869E6F1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6"/>
            <a:ext cx="7766936" cy="1096899"/>
          </a:xfrm>
        </p:spPr>
        <p:txBody>
          <a:bodyPr/>
          <a:lstStyle/>
          <a:p>
            <a:r>
              <a:rPr lang="en-US" dirty="0"/>
              <a:t>Caradoc Roetynck</a:t>
            </a:r>
            <a:endParaRPr lang="nl-BE" dirty="0"/>
          </a:p>
        </p:txBody>
      </p:sp>
      <p:pic>
        <p:nvPicPr>
          <p:cNvPr id="1026" name="Picture 2" descr="Logo - ILVO Vlaanderen">
            <a:extLst>
              <a:ext uri="{FF2B5EF4-FFF2-40B4-BE49-F238E27FC236}">
                <a16:creationId xmlns:a16="http://schemas.microsoft.com/office/drawing/2014/main" id="{6CF6EED1-34B8-71C3-3A71-EAA8B82A8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97" y="142164"/>
            <a:ext cx="30099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12EC25D-9900-C0BB-A520-20BDF2F53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219" y="5017258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27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E38C91-D76E-16DB-BDF6-C50CBA37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 </a:t>
            </a:r>
            <a:r>
              <a:rPr lang="en-US" dirty="0" err="1"/>
              <a:t>probleem</a:t>
            </a:r>
            <a:r>
              <a:rPr lang="en-US" dirty="0"/>
              <a:t>: The Black Box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3A2CF3E-C1DC-55FA-10D0-4DC8ECF45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1872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A337F-F263-28FE-D3A6-2AAE5C22B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oplossing</a:t>
            </a:r>
            <a:r>
              <a:rPr lang="en-US" dirty="0"/>
              <a:t>: Een </a:t>
            </a:r>
            <a:r>
              <a:rPr lang="en-US" dirty="0" err="1"/>
              <a:t>hybride</a:t>
            </a:r>
            <a:r>
              <a:rPr lang="en-US" dirty="0"/>
              <a:t> </a:t>
            </a:r>
            <a:r>
              <a:rPr lang="en-US" dirty="0" err="1"/>
              <a:t>brug</a:t>
            </a:r>
            <a:endParaRPr lang="nl-B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19DBFA7-89A8-4E6C-6E95-DEF8F618C4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371" y="2160588"/>
            <a:ext cx="6811295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857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56695-C864-4F31-E159-6877AB2F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C8C0FC-6287-F317-1190-DA178917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oplossing</a:t>
            </a:r>
            <a:r>
              <a:rPr lang="en-US" dirty="0"/>
              <a:t>: Een </a:t>
            </a:r>
            <a:r>
              <a:rPr lang="en-US" dirty="0" err="1"/>
              <a:t>hybride</a:t>
            </a:r>
            <a:r>
              <a:rPr lang="en-US" dirty="0"/>
              <a:t> </a:t>
            </a:r>
            <a:r>
              <a:rPr lang="en-US" dirty="0" err="1"/>
              <a:t>brug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AC1401B-BEE6-F04F-CFDA-222AF9804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9" name="Video 8">
            <a:hlinkClick r:id="" action="ppaction://media"/>
            <a:extLst>
              <a:ext uri="{FF2B5EF4-FFF2-40B4-BE49-F238E27FC236}">
                <a16:creationId xmlns:a16="http://schemas.microsoft.com/office/drawing/2014/main" id="{F9661D93-D414-2CCF-A452-788AF6B0C5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8615" y="1270000"/>
            <a:ext cx="9189492" cy="516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6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B86D14-3189-6AF9-C684-6099FEED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Architectuur</a:t>
            </a:r>
            <a:r>
              <a:rPr lang="en-US" dirty="0"/>
              <a:t>: Server-Side </a:t>
            </a:r>
            <a:r>
              <a:rPr lang="en-US" dirty="0" err="1"/>
              <a:t>Orchestratie</a:t>
            </a:r>
            <a:endParaRPr lang="nl-BE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F6C612ED-B742-6182-366C-C6F355D07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317" y="1355370"/>
            <a:ext cx="6075776" cy="540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99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F91353-4748-7A3E-E391-14A0E7E8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Veiligheid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Validatie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51B75C8-59AF-B692-CE87-F789ACA1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Isolatie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integriteit</a:t>
            </a:r>
            <a:endParaRPr lang="en-US" dirty="0"/>
          </a:p>
          <a:p>
            <a:r>
              <a:rPr lang="en-US" dirty="0" err="1"/>
              <a:t>Validatie</a:t>
            </a:r>
            <a:r>
              <a:rPr lang="en-US"/>
              <a:t> 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67155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E9126-4C4A-A45F-ACE9-6BD542E9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Conclusie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1AA3FD-8D7B-2128-E5B0-633C1658B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64781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34</Words>
  <Application>Microsoft Office PowerPoint</Application>
  <PresentationFormat>Breedbeeld</PresentationFormat>
  <Paragraphs>11</Paragraphs>
  <Slides>7</Slides>
  <Notes>0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Bachelorproef verdediging</vt:lpstr>
      <vt:lpstr>Het probleem: The Black Box</vt:lpstr>
      <vt:lpstr>De oplossing: Een hybride brug</vt:lpstr>
      <vt:lpstr>De oplossing: Een hybride brug</vt:lpstr>
      <vt:lpstr>Architectuur: Server-Side Orchestratie</vt:lpstr>
      <vt:lpstr>Veiligheid en Validatie</vt:lpstr>
      <vt:lpstr>Conclusie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Caradoc Roetynck</dc:creator>
  <cp:lastModifiedBy>Caradoc Roetynck</cp:lastModifiedBy>
  <cp:revision>1</cp:revision>
  <dcterms:created xsi:type="dcterms:W3CDTF">2026-06-10T17:41:05Z</dcterms:created>
  <dcterms:modified xsi:type="dcterms:W3CDTF">2026-06-10T19:14:45Z</dcterms:modified>
</cp:coreProperties>
</file>