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63" r:id="rId4"/>
    <p:sldId id="259" r:id="rId5"/>
    <p:sldId id="258" r:id="rId6"/>
    <p:sldId id="262" r:id="rId7"/>
    <p:sldId id="265" r:id="rId8"/>
    <p:sldId id="260" r:id="rId9"/>
    <p:sldId id="261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68297" autoAdjust="0"/>
  </p:normalViewPr>
  <p:slideViewPr>
    <p:cSldViewPr snapToGrid="0">
      <p:cViewPr varScale="1">
        <p:scale>
          <a:sx n="61" d="100"/>
          <a:sy n="61" d="100"/>
        </p:scale>
        <p:origin x="140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ata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rawing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rawing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10C1AF4-EB41-4614-A4CE-7D27F986FFB7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6ABC17A2-8C5F-4C20-9F6E-754100CA07A6}">
      <dgm:prSet/>
      <dgm:spPr/>
      <dgm:t>
        <a:bodyPr/>
        <a:lstStyle/>
        <a:p>
          <a:r>
            <a:rPr lang="nl-BE"/>
            <a:t>Domain driven design</a:t>
          </a:r>
          <a:endParaRPr lang="en-US"/>
        </a:p>
      </dgm:t>
    </dgm:pt>
    <dgm:pt modelId="{E3DF47AB-4A1B-45F8-8E21-BC2E5F2FF0FB}" type="parTrans" cxnId="{54699DC7-C8EC-4A69-9E7A-32191E41A20F}">
      <dgm:prSet/>
      <dgm:spPr/>
      <dgm:t>
        <a:bodyPr/>
        <a:lstStyle/>
        <a:p>
          <a:endParaRPr lang="en-US"/>
        </a:p>
      </dgm:t>
    </dgm:pt>
    <dgm:pt modelId="{00A930BA-90AC-4C9A-8FF6-D7377B86DDEA}" type="sibTrans" cxnId="{54699DC7-C8EC-4A69-9E7A-32191E41A20F}">
      <dgm:prSet/>
      <dgm:spPr/>
      <dgm:t>
        <a:bodyPr/>
        <a:lstStyle/>
        <a:p>
          <a:endParaRPr lang="en-US"/>
        </a:p>
      </dgm:t>
    </dgm:pt>
    <dgm:pt modelId="{3A68EA1A-75E2-4B54-BD55-170CBE5FF631}">
      <dgm:prSet/>
      <dgm:spPr/>
      <dgm:t>
        <a:bodyPr/>
        <a:lstStyle/>
        <a:p>
          <a:r>
            <a:rPr lang="nl-BE"/>
            <a:t>Domain language </a:t>
          </a:r>
          <a:endParaRPr lang="en-US"/>
        </a:p>
      </dgm:t>
    </dgm:pt>
    <dgm:pt modelId="{3F778835-720E-46B9-AF75-23B1A8CC60F1}" type="parTrans" cxnId="{BE86B8B2-FB9E-4913-8AA9-76E000F485C8}">
      <dgm:prSet/>
      <dgm:spPr/>
      <dgm:t>
        <a:bodyPr/>
        <a:lstStyle/>
        <a:p>
          <a:endParaRPr lang="en-US"/>
        </a:p>
      </dgm:t>
    </dgm:pt>
    <dgm:pt modelId="{381B4186-5A6D-4837-BEA3-0C082ED5A8D1}" type="sibTrans" cxnId="{BE86B8B2-FB9E-4913-8AA9-76E000F485C8}">
      <dgm:prSet/>
      <dgm:spPr/>
      <dgm:t>
        <a:bodyPr/>
        <a:lstStyle/>
        <a:p>
          <a:endParaRPr lang="en-US"/>
        </a:p>
      </dgm:t>
    </dgm:pt>
    <dgm:pt modelId="{A63A31B2-0CAC-46A7-A797-20A9D7D17BCE}">
      <dgm:prSet/>
      <dgm:spPr/>
      <dgm:t>
        <a:bodyPr/>
        <a:lstStyle/>
        <a:p>
          <a:r>
            <a:rPr lang="nl-BE"/>
            <a:t>C# en python</a:t>
          </a:r>
          <a:endParaRPr lang="en-US"/>
        </a:p>
      </dgm:t>
    </dgm:pt>
    <dgm:pt modelId="{52755217-6251-4F36-891D-BEB6DCA1FC09}" type="parTrans" cxnId="{961EE1F6-3E62-42D6-9B3A-99CCAC96FF58}">
      <dgm:prSet/>
      <dgm:spPr/>
      <dgm:t>
        <a:bodyPr/>
        <a:lstStyle/>
        <a:p>
          <a:endParaRPr lang="en-US"/>
        </a:p>
      </dgm:t>
    </dgm:pt>
    <dgm:pt modelId="{5F4EA4AB-90FD-49F2-84FD-AB8E10E7A2C1}" type="sibTrans" cxnId="{961EE1F6-3E62-42D6-9B3A-99CCAC96FF58}">
      <dgm:prSet/>
      <dgm:spPr/>
      <dgm:t>
        <a:bodyPr/>
        <a:lstStyle/>
        <a:p>
          <a:endParaRPr lang="en-US"/>
        </a:p>
      </dgm:t>
    </dgm:pt>
    <dgm:pt modelId="{99C4C852-9A0B-40AF-97F2-395E957CA908}">
      <dgm:prSet/>
      <dgm:spPr/>
      <dgm:t>
        <a:bodyPr/>
        <a:lstStyle/>
        <a:p>
          <a:r>
            <a:rPr lang="nl-BE"/>
            <a:t>Verkenning</a:t>
          </a:r>
          <a:endParaRPr lang="en-US"/>
        </a:p>
      </dgm:t>
    </dgm:pt>
    <dgm:pt modelId="{2FD94267-23F9-4627-BE55-F9184A67C26F}" type="parTrans" cxnId="{C5C94606-C775-47AF-8D8D-624B2DCF73C3}">
      <dgm:prSet/>
      <dgm:spPr/>
      <dgm:t>
        <a:bodyPr/>
        <a:lstStyle/>
        <a:p>
          <a:endParaRPr lang="en-US"/>
        </a:p>
      </dgm:t>
    </dgm:pt>
    <dgm:pt modelId="{D7DF0EDE-8B18-456D-9E10-CF065268858A}" type="sibTrans" cxnId="{C5C94606-C775-47AF-8D8D-624B2DCF73C3}">
      <dgm:prSet/>
      <dgm:spPr/>
      <dgm:t>
        <a:bodyPr/>
        <a:lstStyle/>
        <a:p>
          <a:endParaRPr lang="en-US"/>
        </a:p>
      </dgm:t>
    </dgm:pt>
    <dgm:pt modelId="{53BF1361-7657-446F-8643-4BB4805BF33D}">
      <dgm:prSet/>
      <dgm:spPr/>
      <dgm:t>
        <a:bodyPr/>
        <a:lstStyle/>
        <a:p>
          <a:r>
            <a:rPr lang="nl-BE"/>
            <a:t>Keuze python.net wegens:</a:t>
          </a:r>
          <a:endParaRPr lang="en-US"/>
        </a:p>
      </dgm:t>
    </dgm:pt>
    <dgm:pt modelId="{83E8634D-D93A-418C-812B-EB0CC44C8238}" type="parTrans" cxnId="{E639D12A-A4D1-41F5-A583-C0921B0F5ECE}">
      <dgm:prSet/>
      <dgm:spPr/>
      <dgm:t>
        <a:bodyPr/>
        <a:lstStyle/>
        <a:p>
          <a:endParaRPr lang="en-US"/>
        </a:p>
      </dgm:t>
    </dgm:pt>
    <dgm:pt modelId="{74375EB5-6595-4A95-B832-44DD7C0A9243}" type="sibTrans" cxnId="{E639D12A-A4D1-41F5-A583-C0921B0F5ECE}">
      <dgm:prSet/>
      <dgm:spPr/>
      <dgm:t>
        <a:bodyPr/>
        <a:lstStyle/>
        <a:p>
          <a:endParaRPr lang="en-US"/>
        </a:p>
      </dgm:t>
    </dgm:pt>
    <dgm:pt modelId="{94777193-1842-456E-B1F8-5F2E3A1BAF5C}">
      <dgm:prSet/>
      <dgm:spPr/>
      <dgm:t>
        <a:bodyPr/>
        <a:lstStyle/>
        <a:p>
          <a:r>
            <a:rPr lang="nl-BE"/>
            <a:t>Nieuwere versie support</a:t>
          </a:r>
          <a:endParaRPr lang="en-US"/>
        </a:p>
      </dgm:t>
    </dgm:pt>
    <dgm:pt modelId="{0A13FA85-B5A5-4276-BA55-D3859B67F756}" type="parTrans" cxnId="{8AC09C00-B426-452D-96A8-DB5860B2E6D4}">
      <dgm:prSet/>
      <dgm:spPr/>
      <dgm:t>
        <a:bodyPr/>
        <a:lstStyle/>
        <a:p>
          <a:endParaRPr lang="en-US"/>
        </a:p>
      </dgm:t>
    </dgm:pt>
    <dgm:pt modelId="{E7C37E12-F3D5-442A-8002-EE692B2277FA}" type="sibTrans" cxnId="{8AC09C00-B426-452D-96A8-DB5860B2E6D4}">
      <dgm:prSet/>
      <dgm:spPr/>
      <dgm:t>
        <a:bodyPr/>
        <a:lstStyle/>
        <a:p>
          <a:endParaRPr lang="en-US"/>
        </a:p>
      </dgm:t>
    </dgm:pt>
    <dgm:pt modelId="{93DB74AE-C5AA-4564-A8B2-D7CE666CA25C}">
      <dgm:prSet/>
      <dgm:spPr/>
      <dgm:t>
        <a:bodyPr/>
        <a:lstStyle/>
        <a:p>
          <a:r>
            <a:rPr lang="nl-BE"/>
            <a:t>Uitzoeken veiligheid en hoe implementeren</a:t>
          </a:r>
          <a:endParaRPr lang="en-US"/>
        </a:p>
      </dgm:t>
    </dgm:pt>
    <dgm:pt modelId="{57A0448C-701F-469E-86DD-B5029F8F067A}" type="parTrans" cxnId="{B1D3F465-908A-4696-ADEF-7A2D7D780454}">
      <dgm:prSet/>
      <dgm:spPr/>
      <dgm:t>
        <a:bodyPr/>
        <a:lstStyle/>
        <a:p>
          <a:endParaRPr lang="en-US"/>
        </a:p>
      </dgm:t>
    </dgm:pt>
    <dgm:pt modelId="{3D57F7D3-CA51-488D-A195-4477E1C515EC}" type="sibTrans" cxnId="{B1D3F465-908A-4696-ADEF-7A2D7D780454}">
      <dgm:prSet/>
      <dgm:spPr/>
      <dgm:t>
        <a:bodyPr/>
        <a:lstStyle/>
        <a:p>
          <a:endParaRPr lang="en-US"/>
        </a:p>
      </dgm:t>
    </dgm:pt>
    <dgm:pt modelId="{784F3E55-E16B-4897-9126-BDC5E79F7998}">
      <dgm:prSet/>
      <dgm:spPr/>
      <dgm:t>
        <a:bodyPr/>
        <a:lstStyle/>
        <a:p>
          <a:r>
            <a:rPr lang="nl-BE"/>
            <a:t>Isoleren met docker en dll’s in jupyter notebooks </a:t>
          </a:r>
          <a:endParaRPr lang="en-US"/>
        </a:p>
      </dgm:t>
    </dgm:pt>
    <dgm:pt modelId="{AF3F929D-0A52-4A9C-BDBF-89044BBEF901}" type="parTrans" cxnId="{D7650A1D-5783-4B21-9D8E-47DF3BCA3C46}">
      <dgm:prSet/>
      <dgm:spPr/>
      <dgm:t>
        <a:bodyPr/>
        <a:lstStyle/>
        <a:p>
          <a:endParaRPr lang="en-US"/>
        </a:p>
      </dgm:t>
    </dgm:pt>
    <dgm:pt modelId="{41B1968C-226D-45FC-AB5C-D594DE59FA5E}" type="sibTrans" cxnId="{D7650A1D-5783-4B21-9D8E-47DF3BCA3C46}">
      <dgm:prSet/>
      <dgm:spPr/>
      <dgm:t>
        <a:bodyPr/>
        <a:lstStyle/>
        <a:p>
          <a:endParaRPr lang="en-US"/>
        </a:p>
      </dgm:t>
    </dgm:pt>
    <dgm:pt modelId="{954B16E0-0D1A-453B-A23D-5721F7D52B56}" type="pres">
      <dgm:prSet presAssocID="{C10C1AF4-EB41-4614-A4CE-7D27F986FFB7}" presName="diagram" presStyleCnt="0">
        <dgm:presLayoutVars>
          <dgm:dir/>
          <dgm:resizeHandles val="exact"/>
        </dgm:presLayoutVars>
      </dgm:prSet>
      <dgm:spPr/>
    </dgm:pt>
    <dgm:pt modelId="{A96E7BB9-6D93-423C-BA4B-F95CA7C6946A}" type="pres">
      <dgm:prSet presAssocID="{6ABC17A2-8C5F-4C20-9F6E-754100CA07A6}" presName="node" presStyleLbl="node1" presStyleIdx="0" presStyleCnt="7">
        <dgm:presLayoutVars>
          <dgm:bulletEnabled val="1"/>
        </dgm:presLayoutVars>
      </dgm:prSet>
      <dgm:spPr/>
    </dgm:pt>
    <dgm:pt modelId="{1A361328-DBDB-4D70-8C62-94D41743A4BF}" type="pres">
      <dgm:prSet presAssocID="{00A930BA-90AC-4C9A-8FF6-D7377B86DDEA}" presName="sibTrans" presStyleCnt="0"/>
      <dgm:spPr/>
    </dgm:pt>
    <dgm:pt modelId="{1975A0BB-65F1-49E6-AD6B-A04486FDA520}" type="pres">
      <dgm:prSet presAssocID="{3A68EA1A-75E2-4B54-BD55-170CBE5FF631}" presName="node" presStyleLbl="node1" presStyleIdx="1" presStyleCnt="7">
        <dgm:presLayoutVars>
          <dgm:bulletEnabled val="1"/>
        </dgm:presLayoutVars>
      </dgm:prSet>
      <dgm:spPr/>
    </dgm:pt>
    <dgm:pt modelId="{92CC4675-5FD5-43A4-9E5B-22AC458A4521}" type="pres">
      <dgm:prSet presAssocID="{381B4186-5A6D-4837-BEA3-0C082ED5A8D1}" presName="sibTrans" presStyleCnt="0"/>
      <dgm:spPr/>
    </dgm:pt>
    <dgm:pt modelId="{8E23992B-DBB6-40A3-AA31-8E7883C12D9A}" type="pres">
      <dgm:prSet presAssocID="{A63A31B2-0CAC-46A7-A797-20A9D7D17BCE}" presName="node" presStyleLbl="node1" presStyleIdx="2" presStyleCnt="7">
        <dgm:presLayoutVars>
          <dgm:bulletEnabled val="1"/>
        </dgm:presLayoutVars>
      </dgm:prSet>
      <dgm:spPr/>
    </dgm:pt>
    <dgm:pt modelId="{C4423205-032A-4B13-B92F-AE5B9F213539}" type="pres">
      <dgm:prSet presAssocID="{5F4EA4AB-90FD-49F2-84FD-AB8E10E7A2C1}" presName="sibTrans" presStyleCnt="0"/>
      <dgm:spPr/>
    </dgm:pt>
    <dgm:pt modelId="{99152598-76F4-4E92-954A-9A0D52F6F769}" type="pres">
      <dgm:prSet presAssocID="{99C4C852-9A0B-40AF-97F2-395E957CA908}" presName="node" presStyleLbl="node1" presStyleIdx="3" presStyleCnt="7">
        <dgm:presLayoutVars>
          <dgm:bulletEnabled val="1"/>
        </dgm:presLayoutVars>
      </dgm:prSet>
      <dgm:spPr/>
    </dgm:pt>
    <dgm:pt modelId="{B5D2FB2A-DD8A-4145-8950-35DF170D158C}" type="pres">
      <dgm:prSet presAssocID="{D7DF0EDE-8B18-456D-9E10-CF065268858A}" presName="sibTrans" presStyleCnt="0"/>
      <dgm:spPr/>
    </dgm:pt>
    <dgm:pt modelId="{4EC40138-C4E4-4F18-9B75-B45D9758B119}" type="pres">
      <dgm:prSet presAssocID="{53BF1361-7657-446F-8643-4BB4805BF33D}" presName="node" presStyleLbl="node1" presStyleIdx="4" presStyleCnt="7">
        <dgm:presLayoutVars>
          <dgm:bulletEnabled val="1"/>
        </dgm:presLayoutVars>
      </dgm:prSet>
      <dgm:spPr/>
    </dgm:pt>
    <dgm:pt modelId="{93E3615E-4BBE-43FE-94E6-D1F4BDDADE28}" type="pres">
      <dgm:prSet presAssocID="{74375EB5-6595-4A95-B832-44DD7C0A9243}" presName="sibTrans" presStyleCnt="0"/>
      <dgm:spPr/>
    </dgm:pt>
    <dgm:pt modelId="{26C423C6-3401-4736-85BE-592E1774CEBB}" type="pres">
      <dgm:prSet presAssocID="{93DB74AE-C5AA-4564-A8B2-D7CE666CA25C}" presName="node" presStyleLbl="node1" presStyleIdx="5" presStyleCnt="7">
        <dgm:presLayoutVars>
          <dgm:bulletEnabled val="1"/>
        </dgm:presLayoutVars>
      </dgm:prSet>
      <dgm:spPr/>
    </dgm:pt>
    <dgm:pt modelId="{BAAA514A-C678-4B0C-94AD-A8893E57AF69}" type="pres">
      <dgm:prSet presAssocID="{3D57F7D3-CA51-488D-A195-4477E1C515EC}" presName="sibTrans" presStyleCnt="0"/>
      <dgm:spPr/>
    </dgm:pt>
    <dgm:pt modelId="{0EF81F26-E5DB-49D0-8BF5-1FFD0C1AA556}" type="pres">
      <dgm:prSet presAssocID="{784F3E55-E16B-4897-9126-BDC5E79F7998}" presName="node" presStyleLbl="node1" presStyleIdx="6" presStyleCnt="7">
        <dgm:presLayoutVars>
          <dgm:bulletEnabled val="1"/>
        </dgm:presLayoutVars>
      </dgm:prSet>
      <dgm:spPr/>
    </dgm:pt>
  </dgm:ptLst>
  <dgm:cxnLst>
    <dgm:cxn modelId="{8AC09C00-B426-452D-96A8-DB5860B2E6D4}" srcId="{53BF1361-7657-446F-8643-4BB4805BF33D}" destId="{94777193-1842-456E-B1F8-5F2E3A1BAF5C}" srcOrd="0" destOrd="0" parTransId="{0A13FA85-B5A5-4276-BA55-D3859B67F756}" sibTransId="{E7C37E12-F3D5-442A-8002-EE692B2277FA}"/>
    <dgm:cxn modelId="{C5C94606-C775-47AF-8D8D-624B2DCF73C3}" srcId="{C10C1AF4-EB41-4614-A4CE-7D27F986FFB7}" destId="{99C4C852-9A0B-40AF-97F2-395E957CA908}" srcOrd="3" destOrd="0" parTransId="{2FD94267-23F9-4627-BE55-F9184A67C26F}" sibTransId="{D7DF0EDE-8B18-456D-9E10-CF065268858A}"/>
    <dgm:cxn modelId="{CF27D708-E0FF-48C4-993B-C65682DDA58D}" type="presOf" srcId="{6ABC17A2-8C5F-4C20-9F6E-754100CA07A6}" destId="{A96E7BB9-6D93-423C-BA4B-F95CA7C6946A}" srcOrd="0" destOrd="0" presId="urn:microsoft.com/office/officeart/2005/8/layout/default"/>
    <dgm:cxn modelId="{D7650A1D-5783-4B21-9D8E-47DF3BCA3C46}" srcId="{C10C1AF4-EB41-4614-A4CE-7D27F986FFB7}" destId="{784F3E55-E16B-4897-9126-BDC5E79F7998}" srcOrd="6" destOrd="0" parTransId="{AF3F929D-0A52-4A9C-BDBF-89044BBEF901}" sibTransId="{41B1968C-226D-45FC-AB5C-D594DE59FA5E}"/>
    <dgm:cxn modelId="{EDAA2224-2C23-4390-89E9-A59CC796E24C}" type="presOf" srcId="{53BF1361-7657-446F-8643-4BB4805BF33D}" destId="{4EC40138-C4E4-4F18-9B75-B45D9758B119}" srcOrd="0" destOrd="0" presId="urn:microsoft.com/office/officeart/2005/8/layout/default"/>
    <dgm:cxn modelId="{E639D12A-A4D1-41F5-A583-C0921B0F5ECE}" srcId="{C10C1AF4-EB41-4614-A4CE-7D27F986FFB7}" destId="{53BF1361-7657-446F-8643-4BB4805BF33D}" srcOrd="4" destOrd="0" parTransId="{83E8634D-D93A-418C-812B-EB0CC44C8238}" sibTransId="{74375EB5-6595-4A95-B832-44DD7C0A9243}"/>
    <dgm:cxn modelId="{9B52E839-195A-4054-BBC1-7B494775CE03}" type="presOf" srcId="{A63A31B2-0CAC-46A7-A797-20A9D7D17BCE}" destId="{8E23992B-DBB6-40A3-AA31-8E7883C12D9A}" srcOrd="0" destOrd="0" presId="urn:microsoft.com/office/officeart/2005/8/layout/default"/>
    <dgm:cxn modelId="{C2C6563B-CEA9-45D8-A1A5-6C65941E8B14}" type="presOf" srcId="{3A68EA1A-75E2-4B54-BD55-170CBE5FF631}" destId="{1975A0BB-65F1-49E6-AD6B-A04486FDA520}" srcOrd="0" destOrd="0" presId="urn:microsoft.com/office/officeart/2005/8/layout/default"/>
    <dgm:cxn modelId="{333D6B62-72A7-41CB-B7D2-69004AF9CB90}" type="presOf" srcId="{C10C1AF4-EB41-4614-A4CE-7D27F986FFB7}" destId="{954B16E0-0D1A-453B-A23D-5721F7D52B56}" srcOrd="0" destOrd="0" presId="urn:microsoft.com/office/officeart/2005/8/layout/default"/>
    <dgm:cxn modelId="{B1D3F465-908A-4696-ADEF-7A2D7D780454}" srcId="{C10C1AF4-EB41-4614-A4CE-7D27F986FFB7}" destId="{93DB74AE-C5AA-4564-A8B2-D7CE666CA25C}" srcOrd="5" destOrd="0" parTransId="{57A0448C-701F-469E-86DD-B5029F8F067A}" sibTransId="{3D57F7D3-CA51-488D-A195-4477E1C515EC}"/>
    <dgm:cxn modelId="{A349C557-AD85-45C4-A93E-893972BF094D}" type="presOf" srcId="{93DB74AE-C5AA-4564-A8B2-D7CE666CA25C}" destId="{26C423C6-3401-4736-85BE-592E1774CEBB}" srcOrd="0" destOrd="0" presId="urn:microsoft.com/office/officeart/2005/8/layout/default"/>
    <dgm:cxn modelId="{3A7A6D86-EACE-4517-8926-62CCD21AA5CB}" type="presOf" srcId="{784F3E55-E16B-4897-9126-BDC5E79F7998}" destId="{0EF81F26-E5DB-49D0-8BF5-1FFD0C1AA556}" srcOrd="0" destOrd="0" presId="urn:microsoft.com/office/officeart/2005/8/layout/default"/>
    <dgm:cxn modelId="{C19499A2-0E34-4E8D-BBA8-20337D02ED43}" type="presOf" srcId="{94777193-1842-456E-B1F8-5F2E3A1BAF5C}" destId="{4EC40138-C4E4-4F18-9B75-B45D9758B119}" srcOrd="0" destOrd="1" presId="urn:microsoft.com/office/officeart/2005/8/layout/default"/>
    <dgm:cxn modelId="{BE86B8B2-FB9E-4913-8AA9-76E000F485C8}" srcId="{C10C1AF4-EB41-4614-A4CE-7D27F986FFB7}" destId="{3A68EA1A-75E2-4B54-BD55-170CBE5FF631}" srcOrd="1" destOrd="0" parTransId="{3F778835-720E-46B9-AF75-23B1A8CC60F1}" sibTransId="{381B4186-5A6D-4837-BEA3-0C082ED5A8D1}"/>
    <dgm:cxn modelId="{42BA4CB4-64D4-42E5-9157-7DE50AD040D5}" type="presOf" srcId="{99C4C852-9A0B-40AF-97F2-395E957CA908}" destId="{99152598-76F4-4E92-954A-9A0D52F6F769}" srcOrd="0" destOrd="0" presId="urn:microsoft.com/office/officeart/2005/8/layout/default"/>
    <dgm:cxn modelId="{54699DC7-C8EC-4A69-9E7A-32191E41A20F}" srcId="{C10C1AF4-EB41-4614-A4CE-7D27F986FFB7}" destId="{6ABC17A2-8C5F-4C20-9F6E-754100CA07A6}" srcOrd="0" destOrd="0" parTransId="{E3DF47AB-4A1B-45F8-8E21-BC2E5F2FF0FB}" sibTransId="{00A930BA-90AC-4C9A-8FF6-D7377B86DDEA}"/>
    <dgm:cxn modelId="{961EE1F6-3E62-42D6-9B3A-99CCAC96FF58}" srcId="{C10C1AF4-EB41-4614-A4CE-7D27F986FFB7}" destId="{A63A31B2-0CAC-46A7-A797-20A9D7D17BCE}" srcOrd="2" destOrd="0" parTransId="{52755217-6251-4F36-891D-BEB6DCA1FC09}" sibTransId="{5F4EA4AB-90FD-49F2-84FD-AB8E10E7A2C1}"/>
    <dgm:cxn modelId="{894CDA2E-A7A9-497F-83AA-0ACAA9FF4036}" type="presParOf" srcId="{954B16E0-0D1A-453B-A23D-5721F7D52B56}" destId="{A96E7BB9-6D93-423C-BA4B-F95CA7C6946A}" srcOrd="0" destOrd="0" presId="urn:microsoft.com/office/officeart/2005/8/layout/default"/>
    <dgm:cxn modelId="{945BEDA6-6072-429F-BB9B-F94DE8331EA2}" type="presParOf" srcId="{954B16E0-0D1A-453B-A23D-5721F7D52B56}" destId="{1A361328-DBDB-4D70-8C62-94D41743A4BF}" srcOrd="1" destOrd="0" presId="urn:microsoft.com/office/officeart/2005/8/layout/default"/>
    <dgm:cxn modelId="{054F5B51-AE2C-4C90-8326-E69EB46AB45E}" type="presParOf" srcId="{954B16E0-0D1A-453B-A23D-5721F7D52B56}" destId="{1975A0BB-65F1-49E6-AD6B-A04486FDA520}" srcOrd="2" destOrd="0" presId="urn:microsoft.com/office/officeart/2005/8/layout/default"/>
    <dgm:cxn modelId="{3DDF37D2-F814-4631-BEFB-87909795780C}" type="presParOf" srcId="{954B16E0-0D1A-453B-A23D-5721F7D52B56}" destId="{92CC4675-5FD5-43A4-9E5B-22AC458A4521}" srcOrd="3" destOrd="0" presId="urn:microsoft.com/office/officeart/2005/8/layout/default"/>
    <dgm:cxn modelId="{CDA8EAEF-6AC7-4C5B-AC8E-022CDDD33468}" type="presParOf" srcId="{954B16E0-0D1A-453B-A23D-5721F7D52B56}" destId="{8E23992B-DBB6-40A3-AA31-8E7883C12D9A}" srcOrd="4" destOrd="0" presId="urn:microsoft.com/office/officeart/2005/8/layout/default"/>
    <dgm:cxn modelId="{219B7BA0-BEED-4805-BF81-B87D2A72EB4B}" type="presParOf" srcId="{954B16E0-0D1A-453B-A23D-5721F7D52B56}" destId="{C4423205-032A-4B13-B92F-AE5B9F213539}" srcOrd="5" destOrd="0" presId="urn:microsoft.com/office/officeart/2005/8/layout/default"/>
    <dgm:cxn modelId="{64732589-59F7-47E9-ADC5-0C16DE267441}" type="presParOf" srcId="{954B16E0-0D1A-453B-A23D-5721F7D52B56}" destId="{99152598-76F4-4E92-954A-9A0D52F6F769}" srcOrd="6" destOrd="0" presId="urn:microsoft.com/office/officeart/2005/8/layout/default"/>
    <dgm:cxn modelId="{ACDB2522-03AA-4A8E-BC1B-939D93305675}" type="presParOf" srcId="{954B16E0-0D1A-453B-A23D-5721F7D52B56}" destId="{B5D2FB2A-DD8A-4145-8950-35DF170D158C}" srcOrd="7" destOrd="0" presId="urn:microsoft.com/office/officeart/2005/8/layout/default"/>
    <dgm:cxn modelId="{06767CCB-BD0B-419B-9F5E-D938C398B036}" type="presParOf" srcId="{954B16E0-0D1A-453B-A23D-5721F7D52B56}" destId="{4EC40138-C4E4-4F18-9B75-B45D9758B119}" srcOrd="8" destOrd="0" presId="urn:microsoft.com/office/officeart/2005/8/layout/default"/>
    <dgm:cxn modelId="{0E79ABB7-5969-4162-9EBF-D6C1CF38EE24}" type="presParOf" srcId="{954B16E0-0D1A-453B-A23D-5721F7D52B56}" destId="{93E3615E-4BBE-43FE-94E6-D1F4BDDADE28}" srcOrd="9" destOrd="0" presId="urn:microsoft.com/office/officeart/2005/8/layout/default"/>
    <dgm:cxn modelId="{3E98D68C-E1F8-4AD4-BF26-1761C019EBD9}" type="presParOf" srcId="{954B16E0-0D1A-453B-A23D-5721F7D52B56}" destId="{26C423C6-3401-4736-85BE-592E1774CEBB}" srcOrd="10" destOrd="0" presId="urn:microsoft.com/office/officeart/2005/8/layout/default"/>
    <dgm:cxn modelId="{D5B55F84-7CA4-4235-A9B4-246F412E6A8A}" type="presParOf" srcId="{954B16E0-0D1A-453B-A23D-5721F7D52B56}" destId="{BAAA514A-C678-4B0C-94AD-A8893E57AF69}" srcOrd="11" destOrd="0" presId="urn:microsoft.com/office/officeart/2005/8/layout/default"/>
    <dgm:cxn modelId="{D6832E76-9424-4D08-BF6B-10CFA3544400}" type="presParOf" srcId="{954B16E0-0D1A-453B-A23D-5721F7D52B56}" destId="{0EF81F26-E5DB-49D0-8BF5-1FFD0C1AA556}" srcOrd="1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7F50FB-5B01-4A98-B977-92D4F2ABC80E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0F0E142-7865-4CB5-9793-84517A13A501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C# in </a:t>
          </a:r>
          <a:r>
            <a:rPr lang="en-US" dirty="0" err="1"/>
            <a:t>jupyter</a:t>
          </a:r>
          <a:r>
            <a:rPr lang="en-US" dirty="0"/>
            <a:t> </a:t>
          </a:r>
        </a:p>
      </dgm:t>
    </dgm:pt>
    <dgm:pt modelId="{5E0A0D6A-DA3E-434C-8827-A6DC756901D5}" type="parTrans" cxnId="{7A1C9D75-BCAC-42FF-BAE3-472330C8E637}">
      <dgm:prSet/>
      <dgm:spPr/>
      <dgm:t>
        <a:bodyPr/>
        <a:lstStyle/>
        <a:p>
          <a:endParaRPr lang="en-US"/>
        </a:p>
      </dgm:t>
    </dgm:pt>
    <dgm:pt modelId="{45834559-4B1D-4BF2-B559-4F975ACEF5AE}" type="sibTrans" cxnId="{7A1C9D75-BCAC-42FF-BAE3-472330C8E637}">
      <dgm:prSet/>
      <dgm:spPr/>
      <dgm:t>
        <a:bodyPr/>
        <a:lstStyle/>
        <a:p>
          <a:endParaRPr lang="en-US"/>
        </a:p>
      </dgm:t>
    </dgm:pt>
    <dgm:pt modelId="{E2343185-089A-4102-95CB-07A08956C809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experimenteren</a:t>
          </a:r>
          <a:endParaRPr lang="en-US" dirty="0"/>
        </a:p>
      </dgm:t>
    </dgm:pt>
    <dgm:pt modelId="{9C3FB6C7-5357-4095-8D7C-182EADC89C66}" type="parTrans" cxnId="{E031561A-590F-45BB-B7FC-97BD169CA13D}">
      <dgm:prSet/>
      <dgm:spPr/>
      <dgm:t>
        <a:bodyPr/>
        <a:lstStyle/>
        <a:p>
          <a:endParaRPr lang="en-US"/>
        </a:p>
      </dgm:t>
    </dgm:pt>
    <dgm:pt modelId="{7CBAF52B-7DA9-4D62-A59F-DBF9307510CB}" type="sibTrans" cxnId="{E031561A-590F-45BB-B7FC-97BD169CA13D}">
      <dgm:prSet/>
      <dgm:spPr/>
      <dgm:t>
        <a:bodyPr/>
        <a:lstStyle/>
        <a:p>
          <a:endParaRPr lang="en-US"/>
        </a:p>
      </dgm:t>
    </dgm:pt>
    <dgm:pt modelId="{9E6F9122-F289-47DC-A909-00EDC8775E6C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Interne functies </a:t>
          </a:r>
          <a:endParaRPr lang="en-US" dirty="0"/>
        </a:p>
      </dgm:t>
    </dgm:pt>
    <dgm:pt modelId="{498D661E-8C52-41E9-BCD6-A5C705FB7C23}" type="parTrans" cxnId="{57FA1148-466A-49F9-8626-FC1A99392E69}">
      <dgm:prSet/>
      <dgm:spPr/>
      <dgm:t>
        <a:bodyPr/>
        <a:lstStyle/>
        <a:p>
          <a:endParaRPr lang="en-US"/>
        </a:p>
      </dgm:t>
    </dgm:pt>
    <dgm:pt modelId="{DED151D5-EA02-4BA9-B79B-653AE87CE1CA}" type="sibTrans" cxnId="{57FA1148-466A-49F9-8626-FC1A99392E69}">
      <dgm:prSet/>
      <dgm:spPr/>
      <dgm:t>
        <a:bodyPr/>
        <a:lstStyle/>
        <a:p>
          <a:endParaRPr lang="en-US"/>
        </a:p>
      </dgm:t>
    </dgm:pt>
    <dgm:pt modelId="{4CE01FF1-4FC9-42A3-BE14-8AE1807A8A67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Stapjes berekenen</a:t>
          </a:r>
          <a:endParaRPr lang="en-US"/>
        </a:p>
      </dgm:t>
    </dgm:pt>
    <dgm:pt modelId="{4447EDEA-3FB9-47ED-9E9B-CE2120DDFCB5}" type="parTrans" cxnId="{7ACEA5C8-6DF5-43C2-842E-0DD730D94A94}">
      <dgm:prSet/>
      <dgm:spPr/>
      <dgm:t>
        <a:bodyPr/>
        <a:lstStyle/>
        <a:p>
          <a:endParaRPr lang="en-US"/>
        </a:p>
      </dgm:t>
    </dgm:pt>
    <dgm:pt modelId="{B06162FB-72AA-476A-A1DB-FD03DC323A56}" type="sibTrans" cxnId="{7ACEA5C8-6DF5-43C2-842E-0DD730D94A94}">
      <dgm:prSet/>
      <dgm:spPr/>
      <dgm:t>
        <a:bodyPr/>
        <a:lstStyle/>
        <a:p>
          <a:endParaRPr lang="en-US"/>
        </a:p>
      </dgm:t>
    </dgm:pt>
    <dgm:pt modelId="{143C6C94-EB18-4E74-A4AF-AEE2DFA0F8B5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dirty="0"/>
            <a:t>Bridge: kan kiezen voor verschillende implementaties (vb. </a:t>
          </a:r>
          <a:r>
            <a:rPr lang="nl-BE" dirty="0" err="1"/>
            <a:t>parser</a:t>
          </a:r>
          <a:r>
            <a:rPr lang="nl-BE" dirty="0"/>
            <a:t>)</a:t>
          </a:r>
          <a:endParaRPr lang="en-US" dirty="0"/>
        </a:p>
      </dgm:t>
    </dgm:pt>
    <dgm:pt modelId="{533A0D9F-3B81-4D85-B314-AA13692010F0}" type="parTrans" cxnId="{A1F46311-CB2B-4E1A-ABA3-8FCC4BA504C8}">
      <dgm:prSet/>
      <dgm:spPr/>
      <dgm:t>
        <a:bodyPr/>
        <a:lstStyle/>
        <a:p>
          <a:endParaRPr lang="en-US"/>
        </a:p>
      </dgm:t>
    </dgm:pt>
    <dgm:pt modelId="{A1FAD354-73D9-4F48-B121-3F668E7E390C}" type="sibTrans" cxnId="{A1F46311-CB2B-4E1A-ABA3-8FCC4BA504C8}">
      <dgm:prSet/>
      <dgm:spPr/>
      <dgm:t>
        <a:bodyPr/>
        <a:lstStyle/>
        <a:p>
          <a:endParaRPr lang="en-US"/>
        </a:p>
      </dgm:t>
    </dgm:pt>
    <dgm:pt modelId="{4907E70C-EE80-450A-8431-0985EDBC6178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Cellen onderscheiden</a:t>
          </a:r>
          <a:endParaRPr lang="en-US"/>
        </a:p>
      </dgm:t>
    </dgm:pt>
    <dgm:pt modelId="{619526EA-D321-499E-A769-C2AE5E7BA2C2}" type="parTrans" cxnId="{FFBBBDD0-0EAB-4F35-9A6D-30D4A28FB8F1}">
      <dgm:prSet/>
      <dgm:spPr/>
      <dgm:t>
        <a:bodyPr/>
        <a:lstStyle/>
        <a:p>
          <a:endParaRPr lang="en-US"/>
        </a:p>
      </dgm:t>
    </dgm:pt>
    <dgm:pt modelId="{AB18DE7B-6D2C-4B75-8AEE-49ED507988BD}" type="sibTrans" cxnId="{FFBBBDD0-0EAB-4F35-9A6D-30D4A28FB8F1}">
      <dgm:prSet/>
      <dgm:spPr/>
      <dgm:t>
        <a:bodyPr/>
        <a:lstStyle/>
        <a:p>
          <a:endParaRPr lang="en-US"/>
        </a:p>
      </dgm:t>
    </dgm:pt>
    <dgm:pt modelId="{F26003BE-F5B8-4BEE-B970-64CEDEA7D25B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Pythonscript genereren</a:t>
          </a:r>
          <a:endParaRPr lang="en-US" dirty="0"/>
        </a:p>
      </dgm:t>
    </dgm:pt>
    <dgm:pt modelId="{BFD4A970-BF30-48ED-9AC7-1A5A8DCF6AF8}" type="parTrans" cxnId="{42C28420-5157-4EAF-B646-1EC9C3121BC9}">
      <dgm:prSet/>
      <dgm:spPr/>
      <dgm:t>
        <a:bodyPr/>
        <a:lstStyle/>
        <a:p>
          <a:endParaRPr lang="en-US"/>
        </a:p>
      </dgm:t>
    </dgm:pt>
    <dgm:pt modelId="{19F56D1F-DFC5-4C4F-83DC-9EECAB661A5E}" type="sibTrans" cxnId="{42C28420-5157-4EAF-B646-1EC9C3121BC9}">
      <dgm:prSet/>
      <dgm:spPr/>
      <dgm:t>
        <a:bodyPr/>
        <a:lstStyle/>
        <a:p>
          <a:endParaRPr lang="en-US"/>
        </a:p>
      </dgm:t>
    </dgm:pt>
    <dgm:pt modelId="{8D3209EE-3D33-4978-B6EC-0647677F9424}" type="pres">
      <dgm:prSet presAssocID="{897F50FB-5B01-4A98-B977-92D4F2ABC80E}" presName="root" presStyleCnt="0">
        <dgm:presLayoutVars>
          <dgm:dir/>
          <dgm:resizeHandles val="exact"/>
        </dgm:presLayoutVars>
      </dgm:prSet>
      <dgm:spPr/>
    </dgm:pt>
    <dgm:pt modelId="{30D4D365-A254-40C5-8F6C-E48F14CDA9D8}" type="pres">
      <dgm:prSet presAssocID="{20F0E142-7865-4CB5-9793-84517A13A501}" presName="compNode" presStyleCnt="0"/>
      <dgm:spPr/>
    </dgm:pt>
    <dgm:pt modelId="{8EDE70BC-ABAE-4EA2-AEBE-8745489FBA2B}" type="pres">
      <dgm:prSet presAssocID="{20F0E142-7865-4CB5-9793-84517A13A501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olf"/>
        </a:ext>
      </dgm:extLst>
    </dgm:pt>
    <dgm:pt modelId="{B05E258F-86AC-4FE5-B487-6DCE7A453B8B}" type="pres">
      <dgm:prSet presAssocID="{20F0E142-7865-4CB5-9793-84517A13A501}" presName="iconSpace" presStyleCnt="0"/>
      <dgm:spPr/>
    </dgm:pt>
    <dgm:pt modelId="{38A034FE-0A09-4D2A-8EDF-8E674937BB62}" type="pres">
      <dgm:prSet presAssocID="{20F0E142-7865-4CB5-9793-84517A13A501}" presName="parTx" presStyleLbl="revTx" presStyleIdx="0" presStyleCnt="4">
        <dgm:presLayoutVars>
          <dgm:chMax val="0"/>
          <dgm:chPref val="0"/>
        </dgm:presLayoutVars>
      </dgm:prSet>
      <dgm:spPr/>
    </dgm:pt>
    <dgm:pt modelId="{F53157BF-F42A-4205-A353-58E5CDA7EE51}" type="pres">
      <dgm:prSet presAssocID="{20F0E142-7865-4CB5-9793-84517A13A501}" presName="txSpace" presStyleCnt="0"/>
      <dgm:spPr/>
    </dgm:pt>
    <dgm:pt modelId="{82811340-6DA1-4EBB-BAAA-1A7D684339A5}" type="pres">
      <dgm:prSet presAssocID="{20F0E142-7865-4CB5-9793-84517A13A501}" presName="desTx" presStyleLbl="revTx" presStyleIdx="1" presStyleCnt="4">
        <dgm:presLayoutVars/>
      </dgm:prSet>
      <dgm:spPr/>
    </dgm:pt>
    <dgm:pt modelId="{AE0BF9A9-EF1D-4DEC-9F43-F7419F49C825}" type="pres">
      <dgm:prSet presAssocID="{45834559-4B1D-4BF2-B559-4F975ACEF5AE}" presName="sibTrans" presStyleCnt="0"/>
      <dgm:spPr/>
    </dgm:pt>
    <dgm:pt modelId="{E8908668-079A-4BD8-931F-F42551BC28C1}" type="pres">
      <dgm:prSet presAssocID="{143C6C94-EB18-4E74-A4AF-AEE2DFA0F8B5}" presName="compNode" presStyleCnt="0"/>
      <dgm:spPr/>
    </dgm:pt>
    <dgm:pt modelId="{36C46047-1210-43A4-96C4-1D5EAC7BCAF5}" type="pres">
      <dgm:prSet presAssocID="{143C6C94-EB18-4E74-A4AF-AEE2DFA0F8B5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idge scene"/>
        </a:ext>
      </dgm:extLst>
    </dgm:pt>
    <dgm:pt modelId="{A7AC74A6-D0D6-48C5-A5F1-2B274631A637}" type="pres">
      <dgm:prSet presAssocID="{143C6C94-EB18-4E74-A4AF-AEE2DFA0F8B5}" presName="iconSpace" presStyleCnt="0"/>
      <dgm:spPr/>
    </dgm:pt>
    <dgm:pt modelId="{1CA08EDE-C9C4-4914-836B-B96374DBBC6F}" type="pres">
      <dgm:prSet presAssocID="{143C6C94-EB18-4E74-A4AF-AEE2DFA0F8B5}" presName="parTx" presStyleLbl="revTx" presStyleIdx="2" presStyleCnt="4">
        <dgm:presLayoutVars>
          <dgm:chMax val="0"/>
          <dgm:chPref val="0"/>
        </dgm:presLayoutVars>
      </dgm:prSet>
      <dgm:spPr/>
    </dgm:pt>
    <dgm:pt modelId="{C97E2D53-923C-4F36-907F-ED1991351834}" type="pres">
      <dgm:prSet presAssocID="{143C6C94-EB18-4E74-A4AF-AEE2DFA0F8B5}" presName="txSpace" presStyleCnt="0"/>
      <dgm:spPr/>
    </dgm:pt>
    <dgm:pt modelId="{25A716EC-1B9B-4E45-9F91-E496716D647D}" type="pres">
      <dgm:prSet presAssocID="{143C6C94-EB18-4E74-A4AF-AEE2DFA0F8B5}" presName="desTx" presStyleLbl="revTx" presStyleIdx="3" presStyleCnt="4">
        <dgm:presLayoutVars/>
      </dgm:prSet>
      <dgm:spPr/>
    </dgm:pt>
  </dgm:ptLst>
  <dgm:cxnLst>
    <dgm:cxn modelId="{3C0FF509-40DC-4E84-98CF-570B5243C974}" type="presOf" srcId="{E2343185-089A-4102-95CB-07A08956C809}" destId="{82811340-6DA1-4EBB-BAAA-1A7D684339A5}" srcOrd="0" destOrd="0" presId="urn:microsoft.com/office/officeart/2018/2/layout/IconLabelDescriptionList"/>
    <dgm:cxn modelId="{A1F46311-CB2B-4E1A-ABA3-8FCC4BA504C8}" srcId="{897F50FB-5B01-4A98-B977-92D4F2ABC80E}" destId="{143C6C94-EB18-4E74-A4AF-AEE2DFA0F8B5}" srcOrd="1" destOrd="0" parTransId="{533A0D9F-3B81-4D85-B314-AA13692010F0}" sibTransId="{A1FAD354-73D9-4F48-B121-3F668E7E390C}"/>
    <dgm:cxn modelId="{E031561A-590F-45BB-B7FC-97BD169CA13D}" srcId="{20F0E142-7865-4CB5-9793-84517A13A501}" destId="{E2343185-089A-4102-95CB-07A08956C809}" srcOrd="0" destOrd="0" parTransId="{9C3FB6C7-5357-4095-8D7C-182EADC89C66}" sibTransId="{7CBAF52B-7DA9-4D62-A59F-DBF9307510CB}"/>
    <dgm:cxn modelId="{42C28420-5157-4EAF-B646-1EC9C3121BC9}" srcId="{143C6C94-EB18-4E74-A4AF-AEE2DFA0F8B5}" destId="{F26003BE-F5B8-4BEE-B970-64CEDEA7D25B}" srcOrd="1" destOrd="0" parTransId="{BFD4A970-BF30-48ED-9AC7-1A5A8DCF6AF8}" sibTransId="{19F56D1F-DFC5-4C4F-83DC-9EECAB661A5E}"/>
    <dgm:cxn modelId="{AD89DE2A-FC20-44D7-B8CC-37EFCED8C364}" type="presOf" srcId="{9E6F9122-F289-47DC-A909-00EDC8775E6C}" destId="{82811340-6DA1-4EBB-BAAA-1A7D684339A5}" srcOrd="0" destOrd="1" presId="urn:microsoft.com/office/officeart/2018/2/layout/IconLabelDescriptionList"/>
    <dgm:cxn modelId="{57FA1148-466A-49F9-8626-FC1A99392E69}" srcId="{20F0E142-7865-4CB5-9793-84517A13A501}" destId="{9E6F9122-F289-47DC-A909-00EDC8775E6C}" srcOrd="1" destOrd="0" parTransId="{498D661E-8C52-41E9-BCD6-A5C705FB7C23}" sibTransId="{DED151D5-EA02-4BA9-B79B-653AE87CE1CA}"/>
    <dgm:cxn modelId="{7ED16472-8848-4510-A762-43846268C234}" type="presOf" srcId="{143C6C94-EB18-4E74-A4AF-AEE2DFA0F8B5}" destId="{1CA08EDE-C9C4-4914-836B-B96374DBBC6F}" srcOrd="0" destOrd="0" presId="urn:microsoft.com/office/officeart/2018/2/layout/IconLabelDescriptionList"/>
    <dgm:cxn modelId="{3D519973-3080-4218-95D1-4B5C7AB3E568}" type="presOf" srcId="{20F0E142-7865-4CB5-9793-84517A13A501}" destId="{38A034FE-0A09-4D2A-8EDF-8E674937BB62}" srcOrd="0" destOrd="0" presId="urn:microsoft.com/office/officeart/2018/2/layout/IconLabelDescriptionList"/>
    <dgm:cxn modelId="{7A1C9D75-BCAC-42FF-BAE3-472330C8E637}" srcId="{897F50FB-5B01-4A98-B977-92D4F2ABC80E}" destId="{20F0E142-7865-4CB5-9793-84517A13A501}" srcOrd="0" destOrd="0" parTransId="{5E0A0D6A-DA3E-434C-8827-A6DC756901D5}" sibTransId="{45834559-4B1D-4BF2-B559-4F975ACEF5AE}"/>
    <dgm:cxn modelId="{B0B10C86-662E-469B-84D6-5FBD0E21A9A9}" type="presOf" srcId="{F26003BE-F5B8-4BEE-B970-64CEDEA7D25B}" destId="{25A716EC-1B9B-4E45-9F91-E496716D647D}" srcOrd="0" destOrd="1" presId="urn:microsoft.com/office/officeart/2018/2/layout/IconLabelDescriptionList"/>
    <dgm:cxn modelId="{43FBB790-4119-4E77-AB72-A20D14692720}" type="presOf" srcId="{897F50FB-5B01-4A98-B977-92D4F2ABC80E}" destId="{8D3209EE-3D33-4978-B6EC-0647677F9424}" srcOrd="0" destOrd="0" presId="urn:microsoft.com/office/officeart/2018/2/layout/IconLabelDescriptionList"/>
    <dgm:cxn modelId="{B683469A-F4AF-4C3C-8B14-5D6A27784FE8}" type="presOf" srcId="{4907E70C-EE80-450A-8431-0985EDBC6178}" destId="{25A716EC-1B9B-4E45-9F91-E496716D647D}" srcOrd="0" destOrd="0" presId="urn:microsoft.com/office/officeart/2018/2/layout/IconLabelDescriptionList"/>
    <dgm:cxn modelId="{D70AA8B5-1127-4F13-9346-B138B8602943}" type="presOf" srcId="{4CE01FF1-4FC9-42A3-BE14-8AE1807A8A67}" destId="{82811340-6DA1-4EBB-BAAA-1A7D684339A5}" srcOrd="0" destOrd="2" presId="urn:microsoft.com/office/officeart/2018/2/layout/IconLabelDescriptionList"/>
    <dgm:cxn modelId="{7ACEA5C8-6DF5-43C2-842E-0DD730D94A94}" srcId="{20F0E142-7865-4CB5-9793-84517A13A501}" destId="{4CE01FF1-4FC9-42A3-BE14-8AE1807A8A67}" srcOrd="2" destOrd="0" parTransId="{4447EDEA-3FB9-47ED-9E9B-CE2120DDFCB5}" sibTransId="{B06162FB-72AA-476A-A1DB-FD03DC323A56}"/>
    <dgm:cxn modelId="{FFBBBDD0-0EAB-4F35-9A6D-30D4A28FB8F1}" srcId="{143C6C94-EB18-4E74-A4AF-AEE2DFA0F8B5}" destId="{4907E70C-EE80-450A-8431-0985EDBC6178}" srcOrd="0" destOrd="0" parTransId="{619526EA-D321-499E-A769-C2AE5E7BA2C2}" sibTransId="{AB18DE7B-6D2C-4B75-8AEE-49ED507988BD}"/>
    <dgm:cxn modelId="{9CA856CC-3ED3-492E-B466-3963CBF6293B}" type="presParOf" srcId="{8D3209EE-3D33-4978-B6EC-0647677F9424}" destId="{30D4D365-A254-40C5-8F6C-E48F14CDA9D8}" srcOrd="0" destOrd="0" presId="urn:microsoft.com/office/officeart/2018/2/layout/IconLabelDescriptionList"/>
    <dgm:cxn modelId="{C8C911BD-D1CA-40DE-A8FD-60511D335B92}" type="presParOf" srcId="{30D4D365-A254-40C5-8F6C-E48F14CDA9D8}" destId="{8EDE70BC-ABAE-4EA2-AEBE-8745489FBA2B}" srcOrd="0" destOrd="0" presId="urn:microsoft.com/office/officeart/2018/2/layout/IconLabelDescriptionList"/>
    <dgm:cxn modelId="{BD0C6C78-E0F3-4C31-8DFE-5C1EADF2D880}" type="presParOf" srcId="{30D4D365-A254-40C5-8F6C-E48F14CDA9D8}" destId="{B05E258F-86AC-4FE5-B487-6DCE7A453B8B}" srcOrd="1" destOrd="0" presId="urn:microsoft.com/office/officeart/2018/2/layout/IconLabelDescriptionList"/>
    <dgm:cxn modelId="{12057C74-B161-4B12-99B0-59D28F3BFF69}" type="presParOf" srcId="{30D4D365-A254-40C5-8F6C-E48F14CDA9D8}" destId="{38A034FE-0A09-4D2A-8EDF-8E674937BB62}" srcOrd="2" destOrd="0" presId="urn:microsoft.com/office/officeart/2018/2/layout/IconLabelDescriptionList"/>
    <dgm:cxn modelId="{0495F972-A2F2-4329-861C-8127594A9933}" type="presParOf" srcId="{30D4D365-A254-40C5-8F6C-E48F14CDA9D8}" destId="{F53157BF-F42A-4205-A353-58E5CDA7EE51}" srcOrd="3" destOrd="0" presId="urn:microsoft.com/office/officeart/2018/2/layout/IconLabelDescriptionList"/>
    <dgm:cxn modelId="{9A16BF10-BAA9-48DE-9BA3-6578182EA0D3}" type="presParOf" srcId="{30D4D365-A254-40C5-8F6C-E48F14CDA9D8}" destId="{82811340-6DA1-4EBB-BAAA-1A7D684339A5}" srcOrd="4" destOrd="0" presId="urn:microsoft.com/office/officeart/2018/2/layout/IconLabelDescriptionList"/>
    <dgm:cxn modelId="{314BF56A-E685-44A3-A7D0-491DD68FF737}" type="presParOf" srcId="{8D3209EE-3D33-4978-B6EC-0647677F9424}" destId="{AE0BF9A9-EF1D-4DEC-9F43-F7419F49C825}" srcOrd="1" destOrd="0" presId="urn:microsoft.com/office/officeart/2018/2/layout/IconLabelDescriptionList"/>
    <dgm:cxn modelId="{0C6553B7-9AAF-4319-B1FF-B3C91D57457C}" type="presParOf" srcId="{8D3209EE-3D33-4978-B6EC-0647677F9424}" destId="{E8908668-079A-4BD8-931F-F42551BC28C1}" srcOrd="2" destOrd="0" presId="urn:microsoft.com/office/officeart/2018/2/layout/IconLabelDescriptionList"/>
    <dgm:cxn modelId="{5D5413CE-69DF-4F38-9A02-73BF63E8A8C5}" type="presParOf" srcId="{E8908668-079A-4BD8-931F-F42551BC28C1}" destId="{36C46047-1210-43A4-96C4-1D5EAC7BCAF5}" srcOrd="0" destOrd="0" presId="urn:microsoft.com/office/officeart/2018/2/layout/IconLabelDescriptionList"/>
    <dgm:cxn modelId="{13CEDED5-F24D-4E9A-B119-783DE669C5ED}" type="presParOf" srcId="{E8908668-079A-4BD8-931F-F42551BC28C1}" destId="{A7AC74A6-D0D6-48C5-A5F1-2B274631A637}" srcOrd="1" destOrd="0" presId="urn:microsoft.com/office/officeart/2018/2/layout/IconLabelDescriptionList"/>
    <dgm:cxn modelId="{C0CA0991-AE7B-4E3A-B174-40198CD49DA5}" type="presParOf" srcId="{E8908668-079A-4BD8-931F-F42551BC28C1}" destId="{1CA08EDE-C9C4-4914-836B-B96374DBBC6F}" srcOrd="2" destOrd="0" presId="urn:microsoft.com/office/officeart/2018/2/layout/IconLabelDescriptionList"/>
    <dgm:cxn modelId="{BEBC3803-E816-4444-8593-6ADAE86DD7BA}" type="presParOf" srcId="{E8908668-079A-4BD8-931F-F42551BC28C1}" destId="{C97E2D53-923C-4F36-907F-ED1991351834}" srcOrd="3" destOrd="0" presId="urn:microsoft.com/office/officeart/2018/2/layout/IconLabelDescriptionList"/>
    <dgm:cxn modelId="{72B2791F-1D40-46AF-9E51-394C2ACDC7E0}" type="presParOf" srcId="{E8908668-079A-4BD8-931F-F42551BC28C1}" destId="{25A716EC-1B9B-4E45-9F91-E496716D647D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1B4160F-886D-4202-B9F9-42CE557FFE7D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6944AE7-E705-4F55-A19C-C7ACC83A62C3}">
      <dgm:prSet/>
      <dgm:spPr/>
      <dgm:t>
        <a:bodyPr/>
        <a:lstStyle/>
        <a:p>
          <a:pPr>
            <a:defRPr b="1"/>
          </a:pPr>
          <a:r>
            <a:rPr lang="nl-BE"/>
            <a:t>Aanpak onderzoek</a:t>
          </a:r>
          <a:endParaRPr lang="en-US"/>
        </a:p>
      </dgm:t>
    </dgm:pt>
    <dgm:pt modelId="{BDBF4335-6788-4C0A-B889-24810EFB64C1}" type="parTrans" cxnId="{46B7AA69-2F5A-42C7-9960-43A20F186BC5}">
      <dgm:prSet/>
      <dgm:spPr/>
      <dgm:t>
        <a:bodyPr/>
        <a:lstStyle/>
        <a:p>
          <a:endParaRPr lang="en-US"/>
        </a:p>
      </dgm:t>
    </dgm:pt>
    <dgm:pt modelId="{58356953-D8DC-4FFC-96C2-BBD4C1724314}" type="sibTrans" cxnId="{46B7AA69-2F5A-42C7-9960-43A20F186BC5}">
      <dgm:prSet/>
      <dgm:spPr/>
      <dgm:t>
        <a:bodyPr/>
        <a:lstStyle/>
        <a:p>
          <a:endParaRPr lang="en-US"/>
        </a:p>
      </dgm:t>
    </dgm:pt>
    <dgm:pt modelId="{21AAB674-B9E1-4CB9-9E19-C54EE0FC841D}">
      <dgm:prSet/>
      <dgm:spPr/>
      <dgm:t>
        <a:bodyPr/>
        <a:lstStyle/>
        <a:p>
          <a:r>
            <a:rPr lang="nl-BE" dirty="0"/>
            <a:t>Onderzoekers niet bevraagd </a:t>
          </a:r>
          <a:endParaRPr lang="en-US" dirty="0"/>
        </a:p>
      </dgm:t>
    </dgm:pt>
    <dgm:pt modelId="{F2DC2F08-D67D-4A66-92EF-E84A11311973}" type="parTrans" cxnId="{BBB3D426-9261-4255-922C-30933AD94357}">
      <dgm:prSet/>
      <dgm:spPr/>
      <dgm:t>
        <a:bodyPr/>
        <a:lstStyle/>
        <a:p>
          <a:endParaRPr lang="en-US"/>
        </a:p>
      </dgm:t>
    </dgm:pt>
    <dgm:pt modelId="{71A70CE9-47B0-4E58-84B7-CF078A0D9725}" type="sibTrans" cxnId="{BBB3D426-9261-4255-922C-30933AD94357}">
      <dgm:prSet/>
      <dgm:spPr/>
      <dgm:t>
        <a:bodyPr/>
        <a:lstStyle/>
        <a:p>
          <a:endParaRPr lang="en-US"/>
        </a:p>
      </dgm:t>
    </dgm:pt>
    <dgm:pt modelId="{9473209B-9C56-4135-A49A-4ACBCC721749}">
      <dgm:prSet/>
      <dgm:spPr/>
      <dgm:t>
        <a:bodyPr/>
        <a:lstStyle/>
        <a:p>
          <a:pPr>
            <a:defRPr b="1"/>
          </a:pPr>
          <a:r>
            <a:rPr lang="nl-BE"/>
            <a:t>Vervolgonderzoekmogelijkheden </a:t>
          </a:r>
          <a:endParaRPr lang="en-US"/>
        </a:p>
      </dgm:t>
    </dgm:pt>
    <dgm:pt modelId="{D7D78C94-2EF3-4CE4-9781-BE7551D5C098}" type="parTrans" cxnId="{E8ED04AD-C6EF-4654-83F9-393ADCA25B99}">
      <dgm:prSet/>
      <dgm:spPr/>
      <dgm:t>
        <a:bodyPr/>
        <a:lstStyle/>
        <a:p>
          <a:endParaRPr lang="en-US"/>
        </a:p>
      </dgm:t>
    </dgm:pt>
    <dgm:pt modelId="{0A97EB49-D0FE-42B0-B839-8DBE3F77E0C4}" type="sibTrans" cxnId="{E8ED04AD-C6EF-4654-83F9-393ADCA25B99}">
      <dgm:prSet/>
      <dgm:spPr/>
      <dgm:t>
        <a:bodyPr/>
        <a:lstStyle/>
        <a:p>
          <a:endParaRPr lang="en-US"/>
        </a:p>
      </dgm:t>
    </dgm:pt>
    <dgm:pt modelId="{BBDFF9DC-F710-4364-8A1B-779F8E5A34C7}">
      <dgm:prSet/>
      <dgm:spPr/>
      <dgm:t>
        <a:bodyPr/>
        <a:lstStyle/>
        <a:p>
          <a:r>
            <a:rPr lang="nl-BE" dirty="0"/>
            <a:t>Applicatie verder uitwerken</a:t>
          </a:r>
          <a:endParaRPr lang="en-US" dirty="0"/>
        </a:p>
      </dgm:t>
    </dgm:pt>
    <dgm:pt modelId="{C1759F0F-54FB-4E65-A083-845BC6E51D7D}" type="parTrans" cxnId="{45DEDA5E-AAFC-45D3-93C7-1E2CD1CB8EBA}">
      <dgm:prSet/>
      <dgm:spPr/>
      <dgm:t>
        <a:bodyPr/>
        <a:lstStyle/>
        <a:p>
          <a:endParaRPr lang="en-US"/>
        </a:p>
      </dgm:t>
    </dgm:pt>
    <dgm:pt modelId="{261FF99E-D5BB-43F0-B9DC-2F4EC425D53A}" type="sibTrans" cxnId="{45DEDA5E-AAFC-45D3-93C7-1E2CD1CB8EBA}">
      <dgm:prSet/>
      <dgm:spPr/>
      <dgm:t>
        <a:bodyPr/>
        <a:lstStyle/>
        <a:p>
          <a:endParaRPr lang="en-US"/>
        </a:p>
      </dgm:t>
    </dgm:pt>
    <dgm:pt modelId="{0D8110B9-E14B-403C-B0E0-A4E246679460}" type="pres">
      <dgm:prSet presAssocID="{B1B4160F-886D-4202-B9F9-42CE557FFE7D}" presName="root" presStyleCnt="0">
        <dgm:presLayoutVars>
          <dgm:dir/>
          <dgm:resizeHandles val="exact"/>
        </dgm:presLayoutVars>
      </dgm:prSet>
      <dgm:spPr/>
    </dgm:pt>
    <dgm:pt modelId="{B3C20E61-AD06-4DB4-A672-0055FEBA85C7}" type="pres">
      <dgm:prSet presAssocID="{F6944AE7-E705-4F55-A19C-C7ACC83A62C3}" presName="compNode" presStyleCnt="0"/>
      <dgm:spPr/>
    </dgm:pt>
    <dgm:pt modelId="{72A3B0F7-1A5F-485B-A9BA-F7E3F0F2246F}" type="pres">
      <dgm:prSet presAssocID="{F6944AE7-E705-4F55-A19C-C7ACC83A62C3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DB8BEE32-EE79-48B6-BDAE-4B1210AF3202}" type="pres">
      <dgm:prSet presAssocID="{F6944AE7-E705-4F55-A19C-C7ACC83A62C3}" presName="iconSpace" presStyleCnt="0"/>
      <dgm:spPr/>
    </dgm:pt>
    <dgm:pt modelId="{AFC64360-9E39-4460-97D4-A4755B42080A}" type="pres">
      <dgm:prSet presAssocID="{F6944AE7-E705-4F55-A19C-C7ACC83A62C3}" presName="parTx" presStyleLbl="revTx" presStyleIdx="0" presStyleCnt="4">
        <dgm:presLayoutVars>
          <dgm:chMax val="0"/>
          <dgm:chPref val="0"/>
        </dgm:presLayoutVars>
      </dgm:prSet>
      <dgm:spPr/>
    </dgm:pt>
    <dgm:pt modelId="{029CB594-737D-44C2-9BE2-BA16D481A064}" type="pres">
      <dgm:prSet presAssocID="{F6944AE7-E705-4F55-A19C-C7ACC83A62C3}" presName="txSpace" presStyleCnt="0"/>
      <dgm:spPr/>
    </dgm:pt>
    <dgm:pt modelId="{A44F3580-CCB6-417C-9C19-74DDB0567026}" type="pres">
      <dgm:prSet presAssocID="{F6944AE7-E705-4F55-A19C-C7ACC83A62C3}" presName="desTx" presStyleLbl="revTx" presStyleIdx="1" presStyleCnt="4">
        <dgm:presLayoutVars/>
      </dgm:prSet>
      <dgm:spPr/>
    </dgm:pt>
    <dgm:pt modelId="{AED9DDC9-3E33-4B3D-9100-30A42AA1544B}" type="pres">
      <dgm:prSet presAssocID="{58356953-D8DC-4FFC-96C2-BBD4C1724314}" presName="sibTrans" presStyleCnt="0"/>
      <dgm:spPr/>
    </dgm:pt>
    <dgm:pt modelId="{B2DEE2A8-8A65-46BF-8380-7214CF1042CC}" type="pres">
      <dgm:prSet presAssocID="{9473209B-9C56-4135-A49A-4ACBCC721749}" presName="compNode" presStyleCnt="0"/>
      <dgm:spPr/>
    </dgm:pt>
    <dgm:pt modelId="{B02FC861-14D6-4234-9B89-5B67C1558AA2}" type="pres">
      <dgm:prSet presAssocID="{9473209B-9C56-4135-A49A-4ACBCC721749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Checklist"/>
        </a:ext>
      </dgm:extLst>
    </dgm:pt>
    <dgm:pt modelId="{86550C4C-551E-4351-932B-7D10BBEFDEB9}" type="pres">
      <dgm:prSet presAssocID="{9473209B-9C56-4135-A49A-4ACBCC721749}" presName="iconSpace" presStyleCnt="0"/>
      <dgm:spPr/>
    </dgm:pt>
    <dgm:pt modelId="{0E16793B-E5A7-4F54-9C6A-0F34B59B2EFE}" type="pres">
      <dgm:prSet presAssocID="{9473209B-9C56-4135-A49A-4ACBCC721749}" presName="parTx" presStyleLbl="revTx" presStyleIdx="2" presStyleCnt="4">
        <dgm:presLayoutVars>
          <dgm:chMax val="0"/>
          <dgm:chPref val="0"/>
        </dgm:presLayoutVars>
      </dgm:prSet>
      <dgm:spPr/>
    </dgm:pt>
    <dgm:pt modelId="{4F2FAD00-FDFD-4679-A0ED-813B254B7349}" type="pres">
      <dgm:prSet presAssocID="{9473209B-9C56-4135-A49A-4ACBCC721749}" presName="txSpace" presStyleCnt="0"/>
      <dgm:spPr/>
    </dgm:pt>
    <dgm:pt modelId="{2D92D8E9-6A16-4B7A-8DF9-5E6809F48A13}" type="pres">
      <dgm:prSet presAssocID="{9473209B-9C56-4135-A49A-4ACBCC721749}" presName="desTx" presStyleLbl="revTx" presStyleIdx="3" presStyleCnt="4">
        <dgm:presLayoutVars/>
      </dgm:prSet>
      <dgm:spPr/>
    </dgm:pt>
  </dgm:ptLst>
  <dgm:cxnLst>
    <dgm:cxn modelId="{EA58FD1D-7D40-406E-BDE8-2768E92285BC}" type="presOf" srcId="{BBDFF9DC-F710-4364-8A1B-779F8E5A34C7}" destId="{2D92D8E9-6A16-4B7A-8DF9-5E6809F48A13}" srcOrd="0" destOrd="0" presId="urn:microsoft.com/office/officeart/2018/5/layout/CenteredIconLabelDescriptionList"/>
    <dgm:cxn modelId="{82A3CE26-E0B2-4341-8E05-3D5F2BE79271}" type="presOf" srcId="{21AAB674-B9E1-4CB9-9E19-C54EE0FC841D}" destId="{A44F3580-CCB6-417C-9C19-74DDB0567026}" srcOrd="0" destOrd="0" presId="urn:microsoft.com/office/officeart/2018/5/layout/CenteredIconLabelDescriptionList"/>
    <dgm:cxn modelId="{BBB3D426-9261-4255-922C-30933AD94357}" srcId="{F6944AE7-E705-4F55-A19C-C7ACC83A62C3}" destId="{21AAB674-B9E1-4CB9-9E19-C54EE0FC841D}" srcOrd="0" destOrd="0" parTransId="{F2DC2F08-D67D-4A66-92EF-E84A11311973}" sibTransId="{71A70CE9-47B0-4E58-84B7-CF078A0D9725}"/>
    <dgm:cxn modelId="{45DEDA5E-AAFC-45D3-93C7-1E2CD1CB8EBA}" srcId="{9473209B-9C56-4135-A49A-4ACBCC721749}" destId="{BBDFF9DC-F710-4364-8A1B-779F8E5A34C7}" srcOrd="0" destOrd="0" parTransId="{C1759F0F-54FB-4E65-A083-845BC6E51D7D}" sibTransId="{261FF99E-D5BB-43F0-B9DC-2F4EC425D53A}"/>
    <dgm:cxn modelId="{46B7AA69-2F5A-42C7-9960-43A20F186BC5}" srcId="{B1B4160F-886D-4202-B9F9-42CE557FFE7D}" destId="{F6944AE7-E705-4F55-A19C-C7ACC83A62C3}" srcOrd="0" destOrd="0" parTransId="{BDBF4335-6788-4C0A-B889-24810EFB64C1}" sibTransId="{58356953-D8DC-4FFC-96C2-BBD4C1724314}"/>
    <dgm:cxn modelId="{C410B671-57BC-484D-B03F-CA9131E0C626}" type="presOf" srcId="{B1B4160F-886D-4202-B9F9-42CE557FFE7D}" destId="{0D8110B9-E14B-403C-B0E0-A4E246679460}" srcOrd="0" destOrd="0" presId="urn:microsoft.com/office/officeart/2018/5/layout/CenteredIconLabelDescriptionList"/>
    <dgm:cxn modelId="{39F2A885-414B-42B8-955C-6D507C5B7090}" type="presOf" srcId="{F6944AE7-E705-4F55-A19C-C7ACC83A62C3}" destId="{AFC64360-9E39-4460-97D4-A4755B42080A}" srcOrd="0" destOrd="0" presId="urn:microsoft.com/office/officeart/2018/5/layout/CenteredIconLabelDescriptionList"/>
    <dgm:cxn modelId="{E8ED04AD-C6EF-4654-83F9-393ADCA25B99}" srcId="{B1B4160F-886D-4202-B9F9-42CE557FFE7D}" destId="{9473209B-9C56-4135-A49A-4ACBCC721749}" srcOrd="1" destOrd="0" parTransId="{D7D78C94-2EF3-4CE4-9781-BE7551D5C098}" sibTransId="{0A97EB49-D0FE-42B0-B839-8DBE3F77E0C4}"/>
    <dgm:cxn modelId="{433D18C2-E30A-459B-96EF-264899156013}" type="presOf" srcId="{9473209B-9C56-4135-A49A-4ACBCC721749}" destId="{0E16793B-E5A7-4F54-9C6A-0F34B59B2EFE}" srcOrd="0" destOrd="0" presId="urn:microsoft.com/office/officeart/2018/5/layout/CenteredIconLabelDescriptionList"/>
    <dgm:cxn modelId="{1099E42D-EFC5-40F0-826C-9307D722ED80}" type="presParOf" srcId="{0D8110B9-E14B-403C-B0E0-A4E246679460}" destId="{B3C20E61-AD06-4DB4-A672-0055FEBA85C7}" srcOrd="0" destOrd="0" presId="urn:microsoft.com/office/officeart/2018/5/layout/CenteredIconLabelDescriptionList"/>
    <dgm:cxn modelId="{E08D384D-F960-49F3-AB43-E873DDE84287}" type="presParOf" srcId="{B3C20E61-AD06-4DB4-A672-0055FEBA85C7}" destId="{72A3B0F7-1A5F-485B-A9BA-F7E3F0F2246F}" srcOrd="0" destOrd="0" presId="urn:microsoft.com/office/officeart/2018/5/layout/CenteredIconLabelDescriptionList"/>
    <dgm:cxn modelId="{671E40B2-DE69-4F37-8C38-5BC8C58C487A}" type="presParOf" srcId="{B3C20E61-AD06-4DB4-A672-0055FEBA85C7}" destId="{DB8BEE32-EE79-48B6-BDAE-4B1210AF3202}" srcOrd="1" destOrd="0" presId="urn:microsoft.com/office/officeart/2018/5/layout/CenteredIconLabelDescriptionList"/>
    <dgm:cxn modelId="{943CF701-36FD-4655-A521-6053D937D343}" type="presParOf" srcId="{B3C20E61-AD06-4DB4-A672-0055FEBA85C7}" destId="{AFC64360-9E39-4460-97D4-A4755B42080A}" srcOrd="2" destOrd="0" presId="urn:microsoft.com/office/officeart/2018/5/layout/CenteredIconLabelDescriptionList"/>
    <dgm:cxn modelId="{C6278321-FC24-4683-A302-87A8D3832D2B}" type="presParOf" srcId="{B3C20E61-AD06-4DB4-A672-0055FEBA85C7}" destId="{029CB594-737D-44C2-9BE2-BA16D481A064}" srcOrd="3" destOrd="0" presId="urn:microsoft.com/office/officeart/2018/5/layout/CenteredIconLabelDescriptionList"/>
    <dgm:cxn modelId="{2E6CEE33-EF8D-4D44-8854-C76711F21E7B}" type="presParOf" srcId="{B3C20E61-AD06-4DB4-A672-0055FEBA85C7}" destId="{A44F3580-CCB6-417C-9C19-74DDB0567026}" srcOrd="4" destOrd="0" presId="urn:microsoft.com/office/officeart/2018/5/layout/CenteredIconLabelDescriptionList"/>
    <dgm:cxn modelId="{04F9A4E7-F7E8-40D8-A1B9-49CFE6FFAF11}" type="presParOf" srcId="{0D8110B9-E14B-403C-B0E0-A4E246679460}" destId="{AED9DDC9-3E33-4B3D-9100-30A42AA1544B}" srcOrd="1" destOrd="0" presId="urn:microsoft.com/office/officeart/2018/5/layout/CenteredIconLabelDescriptionList"/>
    <dgm:cxn modelId="{8D5A5180-4023-431B-8BEF-CF471287E72B}" type="presParOf" srcId="{0D8110B9-E14B-403C-B0E0-A4E246679460}" destId="{B2DEE2A8-8A65-46BF-8380-7214CF1042CC}" srcOrd="2" destOrd="0" presId="urn:microsoft.com/office/officeart/2018/5/layout/CenteredIconLabelDescriptionList"/>
    <dgm:cxn modelId="{99501F0F-0724-4AB6-B9BE-55D68896F1D9}" type="presParOf" srcId="{B2DEE2A8-8A65-46BF-8380-7214CF1042CC}" destId="{B02FC861-14D6-4234-9B89-5B67C1558AA2}" srcOrd="0" destOrd="0" presId="urn:microsoft.com/office/officeart/2018/5/layout/CenteredIconLabelDescriptionList"/>
    <dgm:cxn modelId="{EAAA903A-A827-461E-8A03-EE5483BFC10A}" type="presParOf" srcId="{B2DEE2A8-8A65-46BF-8380-7214CF1042CC}" destId="{86550C4C-551E-4351-932B-7D10BBEFDEB9}" srcOrd="1" destOrd="0" presId="urn:microsoft.com/office/officeart/2018/5/layout/CenteredIconLabelDescriptionList"/>
    <dgm:cxn modelId="{99048429-5ED5-4E0C-9CE8-14CB7FD2DCA5}" type="presParOf" srcId="{B2DEE2A8-8A65-46BF-8380-7214CF1042CC}" destId="{0E16793B-E5A7-4F54-9C6A-0F34B59B2EFE}" srcOrd="2" destOrd="0" presId="urn:microsoft.com/office/officeart/2018/5/layout/CenteredIconLabelDescriptionList"/>
    <dgm:cxn modelId="{0A818D1E-23DD-4628-A985-0BBF3419A271}" type="presParOf" srcId="{B2DEE2A8-8A65-46BF-8380-7214CF1042CC}" destId="{4F2FAD00-FDFD-4679-A0ED-813B254B7349}" srcOrd="3" destOrd="0" presId="urn:microsoft.com/office/officeart/2018/5/layout/CenteredIconLabelDescriptionList"/>
    <dgm:cxn modelId="{D79D886F-CF1E-48DD-8C74-D07892E1664B}" type="presParOf" srcId="{B2DEE2A8-8A65-46BF-8380-7214CF1042CC}" destId="{2D92D8E9-6A16-4B7A-8DF9-5E6809F48A13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6E7BB9-6D93-423C-BA4B-F95CA7C6946A}">
      <dsp:nvSpPr>
        <dsp:cNvPr id="0" name=""/>
        <dsp:cNvSpPr/>
      </dsp:nvSpPr>
      <dsp:spPr>
        <a:xfrm>
          <a:off x="2817" y="593689"/>
          <a:ext cx="2235464" cy="134127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/>
            <a:t>Domain driven design</a:t>
          </a:r>
          <a:endParaRPr lang="en-US" sz="2000" kern="1200"/>
        </a:p>
      </dsp:txBody>
      <dsp:txXfrm>
        <a:off x="2817" y="593689"/>
        <a:ext cx="2235464" cy="1341278"/>
      </dsp:txXfrm>
    </dsp:sp>
    <dsp:sp modelId="{1975A0BB-65F1-49E6-AD6B-A04486FDA520}">
      <dsp:nvSpPr>
        <dsp:cNvPr id="0" name=""/>
        <dsp:cNvSpPr/>
      </dsp:nvSpPr>
      <dsp:spPr>
        <a:xfrm>
          <a:off x="2461828" y="593689"/>
          <a:ext cx="2235464" cy="1341278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/>
            <a:t>Domain language </a:t>
          </a:r>
          <a:endParaRPr lang="en-US" sz="2000" kern="1200"/>
        </a:p>
      </dsp:txBody>
      <dsp:txXfrm>
        <a:off x="2461828" y="593689"/>
        <a:ext cx="2235464" cy="1341278"/>
      </dsp:txXfrm>
    </dsp:sp>
    <dsp:sp modelId="{8E23992B-DBB6-40A3-AA31-8E7883C12D9A}">
      <dsp:nvSpPr>
        <dsp:cNvPr id="0" name=""/>
        <dsp:cNvSpPr/>
      </dsp:nvSpPr>
      <dsp:spPr>
        <a:xfrm>
          <a:off x="4920839" y="593689"/>
          <a:ext cx="2235464" cy="1341278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/>
            <a:t>C# en python</a:t>
          </a:r>
          <a:endParaRPr lang="en-US" sz="2000" kern="1200"/>
        </a:p>
      </dsp:txBody>
      <dsp:txXfrm>
        <a:off x="4920839" y="593689"/>
        <a:ext cx="2235464" cy="1341278"/>
      </dsp:txXfrm>
    </dsp:sp>
    <dsp:sp modelId="{99152598-76F4-4E92-954A-9A0D52F6F769}">
      <dsp:nvSpPr>
        <dsp:cNvPr id="0" name=""/>
        <dsp:cNvSpPr/>
      </dsp:nvSpPr>
      <dsp:spPr>
        <a:xfrm>
          <a:off x="7379850" y="593689"/>
          <a:ext cx="2235464" cy="1341278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/>
            <a:t>Verkenning</a:t>
          </a:r>
          <a:endParaRPr lang="en-US" sz="2000" kern="1200"/>
        </a:p>
      </dsp:txBody>
      <dsp:txXfrm>
        <a:off x="7379850" y="593689"/>
        <a:ext cx="2235464" cy="1341278"/>
      </dsp:txXfrm>
    </dsp:sp>
    <dsp:sp modelId="{4EC40138-C4E4-4F18-9B75-B45D9758B119}">
      <dsp:nvSpPr>
        <dsp:cNvPr id="0" name=""/>
        <dsp:cNvSpPr/>
      </dsp:nvSpPr>
      <dsp:spPr>
        <a:xfrm>
          <a:off x="1232323" y="2158514"/>
          <a:ext cx="2235464" cy="1341278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/>
            <a:t>Keuze python.net wegens:</a:t>
          </a:r>
          <a:endParaRPr lang="en-US" sz="20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1600" kern="1200"/>
            <a:t>Nieuwere versie support</a:t>
          </a:r>
          <a:endParaRPr lang="en-US" sz="1600" kern="1200"/>
        </a:p>
      </dsp:txBody>
      <dsp:txXfrm>
        <a:off x="1232323" y="2158514"/>
        <a:ext cx="2235464" cy="1341278"/>
      </dsp:txXfrm>
    </dsp:sp>
    <dsp:sp modelId="{26C423C6-3401-4736-85BE-592E1774CEBB}">
      <dsp:nvSpPr>
        <dsp:cNvPr id="0" name=""/>
        <dsp:cNvSpPr/>
      </dsp:nvSpPr>
      <dsp:spPr>
        <a:xfrm>
          <a:off x="3691334" y="2158514"/>
          <a:ext cx="2235464" cy="134127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/>
            <a:t>Uitzoeken veiligheid en hoe implementeren</a:t>
          </a:r>
          <a:endParaRPr lang="en-US" sz="2000" kern="1200"/>
        </a:p>
      </dsp:txBody>
      <dsp:txXfrm>
        <a:off x="3691334" y="2158514"/>
        <a:ext cx="2235464" cy="1341278"/>
      </dsp:txXfrm>
    </dsp:sp>
    <dsp:sp modelId="{0EF81F26-E5DB-49D0-8BF5-1FFD0C1AA556}">
      <dsp:nvSpPr>
        <dsp:cNvPr id="0" name=""/>
        <dsp:cNvSpPr/>
      </dsp:nvSpPr>
      <dsp:spPr>
        <a:xfrm>
          <a:off x="6150345" y="2158514"/>
          <a:ext cx="2235464" cy="1341278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000" kern="1200"/>
            <a:t>Isoleren met docker en dll’s in jupyter notebooks </a:t>
          </a:r>
          <a:endParaRPr lang="en-US" sz="2000" kern="1200"/>
        </a:p>
      </dsp:txBody>
      <dsp:txXfrm>
        <a:off x="6150345" y="2158514"/>
        <a:ext cx="2235464" cy="134127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DE70BC-ABAE-4EA2-AEBE-8745489FBA2B}">
      <dsp:nvSpPr>
        <dsp:cNvPr id="0" name=""/>
        <dsp:cNvSpPr/>
      </dsp:nvSpPr>
      <dsp:spPr>
        <a:xfrm>
          <a:off x="111066" y="480804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A034FE-0A09-4D2A-8EDF-8E674937BB62}">
      <dsp:nvSpPr>
        <dsp:cNvPr id="0" name=""/>
        <dsp:cNvSpPr/>
      </dsp:nvSpPr>
      <dsp:spPr>
        <a:xfrm>
          <a:off x="111066" y="2127474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 dirty="0"/>
            <a:t>C# in </a:t>
          </a:r>
          <a:r>
            <a:rPr lang="en-US" sz="1900" kern="1200" dirty="0" err="1"/>
            <a:t>jupyter</a:t>
          </a:r>
          <a:r>
            <a:rPr lang="en-US" sz="1900" kern="1200" dirty="0"/>
            <a:t> </a:t>
          </a:r>
        </a:p>
      </dsp:txBody>
      <dsp:txXfrm>
        <a:off x="111066" y="2127474"/>
        <a:ext cx="4320000" cy="648000"/>
      </dsp:txXfrm>
    </dsp:sp>
    <dsp:sp modelId="{82811340-6DA1-4EBB-BAAA-1A7D684339A5}">
      <dsp:nvSpPr>
        <dsp:cNvPr id="0" name=""/>
        <dsp:cNvSpPr/>
      </dsp:nvSpPr>
      <dsp:spPr>
        <a:xfrm>
          <a:off x="111066" y="2838112"/>
          <a:ext cx="4320000" cy="7745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400" kern="1200" dirty="0"/>
            <a:t>experimenteren</a:t>
          </a: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400" kern="1200" dirty="0"/>
            <a:t>Interne functies </a:t>
          </a: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400" kern="1200"/>
            <a:t>Stapjes berekenen</a:t>
          </a:r>
          <a:endParaRPr lang="en-US" sz="1400" kern="1200"/>
        </a:p>
      </dsp:txBody>
      <dsp:txXfrm>
        <a:off x="111066" y="2838112"/>
        <a:ext cx="4320000" cy="774565"/>
      </dsp:txXfrm>
    </dsp:sp>
    <dsp:sp modelId="{36C46047-1210-43A4-96C4-1D5EAC7BCAF5}">
      <dsp:nvSpPr>
        <dsp:cNvPr id="0" name=""/>
        <dsp:cNvSpPr/>
      </dsp:nvSpPr>
      <dsp:spPr>
        <a:xfrm>
          <a:off x="5187066" y="480804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A08EDE-C9C4-4914-836B-B96374DBBC6F}">
      <dsp:nvSpPr>
        <dsp:cNvPr id="0" name=""/>
        <dsp:cNvSpPr/>
      </dsp:nvSpPr>
      <dsp:spPr>
        <a:xfrm>
          <a:off x="5187066" y="2127474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1900" kern="1200" dirty="0"/>
            <a:t>Bridge: kan kiezen voor verschillende implementaties (vb. </a:t>
          </a:r>
          <a:r>
            <a:rPr lang="nl-BE" sz="1900" kern="1200" dirty="0" err="1"/>
            <a:t>parser</a:t>
          </a:r>
          <a:r>
            <a:rPr lang="nl-BE" sz="1900" kern="1200" dirty="0"/>
            <a:t>)</a:t>
          </a:r>
          <a:endParaRPr lang="en-US" sz="1900" kern="1200" dirty="0"/>
        </a:p>
      </dsp:txBody>
      <dsp:txXfrm>
        <a:off x="5187066" y="2127474"/>
        <a:ext cx="4320000" cy="648000"/>
      </dsp:txXfrm>
    </dsp:sp>
    <dsp:sp modelId="{25A716EC-1B9B-4E45-9F91-E496716D647D}">
      <dsp:nvSpPr>
        <dsp:cNvPr id="0" name=""/>
        <dsp:cNvSpPr/>
      </dsp:nvSpPr>
      <dsp:spPr>
        <a:xfrm>
          <a:off x="5187066" y="2838112"/>
          <a:ext cx="4320000" cy="7745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400" kern="1200"/>
            <a:t>Cellen onderscheiden</a:t>
          </a:r>
          <a:endParaRPr lang="en-US" sz="1400" kern="120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400" kern="1200" dirty="0"/>
            <a:t>Pythonscript genereren</a:t>
          </a:r>
          <a:endParaRPr lang="en-US" sz="1400" kern="1200" dirty="0"/>
        </a:p>
      </dsp:txBody>
      <dsp:txXfrm>
        <a:off x="5187066" y="2838112"/>
        <a:ext cx="4320000" cy="77456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A3B0F7-1A5F-485B-A9BA-F7E3F0F2246F}">
      <dsp:nvSpPr>
        <dsp:cNvPr id="0" name=""/>
        <dsp:cNvSpPr/>
      </dsp:nvSpPr>
      <dsp:spPr>
        <a:xfrm>
          <a:off x="1515066" y="662492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C64360-9E39-4460-97D4-A4755B42080A}">
      <dsp:nvSpPr>
        <dsp:cNvPr id="0" name=""/>
        <dsp:cNvSpPr/>
      </dsp:nvSpPr>
      <dsp:spPr>
        <a:xfrm>
          <a:off x="111066" y="2293537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200" kern="1200"/>
            <a:t>Aanpak onderzoek</a:t>
          </a:r>
          <a:endParaRPr lang="en-US" sz="2200" kern="1200"/>
        </a:p>
      </dsp:txBody>
      <dsp:txXfrm>
        <a:off x="111066" y="2293537"/>
        <a:ext cx="4320000" cy="648000"/>
      </dsp:txXfrm>
    </dsp:sp>
    <dsp:sp modelId="{A44F3580-CCB6-417C-9C19-74DDB0567026}">
      <dsp:nvSpPr>
        <dsp:cNvPr id="0" name=""/>
        <dsp:cNvSpPr/>
      </dsp:nvSpPr>
      <dsp:spPr>
        <a:xfrm>
          <a:off x="111066" y="2996907"/>
          <a:ext cx="4320000" cy="4340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/>
            <a:t>Onderzoekers niet bevraagd </a:t>
          </a:r>
          <a:endParaRPr lang="en-US" sz="1700" kern="1200" dirty="0"/>
        </a:p>
      </dsp:txBody>
      <dsp:txXfrm>
        <a:off x="111066" y="2996907"/>
        <a:ext cx="4320000" cy="434081"/>
      </dsp:txXfrm>
    </dsp:sp>
    <dsp:sp modelId="{B02FC861-14D6-4234-9B89-5B67C1558AA2}">
      <dsp:nvSpPr>
        <dsp:cNvPr id="0" name=""/>
        <dsp:cNvSpPr/>
      </dsp:nvSpPr>
      <dsp:spPr>
        <a:xfrm>
          <a:off x="6591066" y="662492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16793B-E5A7-4F54-9C6A-0F34B59B2EFE}">
      <dsp:nvSpPr>
        <dsp:cNvPr id="0" name=""/>
        <dsp:cNvSpPr/>
      </dsp:nvSpPr>
      <dsp:spPr>
        <a:xfrm>
          <a:off x="5187066" y="2293537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200" kern="1200"/>
            <a:t>Vervolgonderzoekmogelijkheden </a:t>
          </a:r>
          <a:endParaRPr lang="en-US" sz="2200" kern="1200"/>
        </a:p>
      </dsp:txBody>
      <dsp:txXfrm>
        <a:off x="5187066" y="2293537"/>
        <a:ext cx="4320000" cy="648000"/>
      </dsp:txXfrm>
    </dsp:sp>
    <dsp:sp modelId="{2D92D8E9-6A16-4B7A-8DF9-5E6809F48A13}">
      <dsp:nvSpPr>
        <dsp:cNvPr id="0" name=""/>
        <dsp:cNvSpPr/>
      </dsp:nvSpPr>
      <dsp:spPr>
        <a:xfrm>
          <a:off x="5187066" y="2996907"/>
          <a:ext cx="4320000" cy="4340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/>
            <a:t>Applicatie verder uitwerken</a:t>
          </a:r>
          <a:endParaRPr lang="en-US" sz="1700" kern="1200" dirty="0"/>
        </a:p>
      </dsp:txBody>
      <dsp:txXfrm>
        <a:off x="5187066" y="2996907"/>
        <a:ext cx="4320000" cy="43408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5F36DF-8380-4B0F-8D54-0FCC987B3C4D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22E9B-5DD8-4C99-9DD5-7C1DC1A9490C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5099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Goede </a:t>
            </a:r>
            <a:r>
              <a:rPr lang="en-US" dirty="0" err="1"/>
              <a:t>middag</a:t>
            </a:r>
            <a:r>
              <a:rPr lang="en-US" dirty="0"/>
              <a:t>, </a:t>
            </a:r>
            <a:r>
              <a:rPr lang="en-US" dirty="0" err="1"/>
              <a:t>mijn</a:t>
            </a:r>
            <a:r>
              <a:rPr lang="en-US" dirty="0"/>
              <a:t> naam is Caradoc Roetynck. Binnen ILVO is er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groot</a:t>
            </a:r>
            <a:r>
              <a:rPr lang="en-US" dirty="0"/>
              <a:t> project </a:t>
            </a:r>
            <a:r>
              <a:rPr lang="en-US" dirty="0" err="1"/>
              <a:t>genoemd</a:t>
            </a:r>
            <a:r>
              <a:rPr lang="en-US" dirty="0"/>
              <a:t> EMAV. Het </a:t>
            </a:r>
            <a:r>
              <a:rPr lang="en-US" dirty="0" err="1"/>
              <a:t>Emissie</a:t>
            </a:r>
            <a:r>
              <a:rPr lang="en-US" dirty="0"/>
              <a:t> Model </a:t>
            </a:r>
            <a:r>
              <a:rPr lang="en-US" dirty="0" err="1"/>
              <a:t>Ammoniak</a:t>
            </a:r>
            <a:r>
              <a:rPr lang="en-US" dirty="0"/>
              <a:t> Vlaanderen. </a:t>
            </a:r>
            <a:r>
              <a:rPr lang="en-US" dirty="0" err="1"/>
              <a:t>Hierin</a:t>
            </a:r>
            <a:r>
              <a:rPr lang="en-US" dirty="0"/>
              <a:t> </a:t>
            </a:r>
            <a:r>
              <a:rPr lang="en-US" dirty="0" err="1"/>
              <a:t>worden</a:t>
            </a:r>
            <a:r>
              <a:rPr lang="en-US" dirty="0"/>
              <a:t> via input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reken</a:t>
            </a:r>
            <a:r>
              <a:rPr lang="en-US" dirty="0"/>
              <a:t> parameters </a:t>
            </a:r>
            <a:r>
              <a:rPr lang="en-US" dirty="0" err="1"/>
              <a:t>emissies</a:t>
            </a:r>
            <a:r>
              <a:rPr lang="en-US" dirty="0"/>
              <a:t> van </a:t>
            </a:r>
            <a:r>
              <a:rPr lang="en-US" dirty="0" err="1"/>
              <a:t>landbouw</a:t>
            </a:r>
            <a:r>
              <a:rPr lang="en-US" dirty="0"/>
              <a:t> </a:t>
            </a:r>
            <a:r>
              <a:rPr lang="en-US" dirty="0" err="1"/>
              <a:t>berekend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Maar er is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probleem</a:t>
            </a:r>
            <a:r>
              <a:rPr lang="en-US" dirty="0"/>
              <a:t>. De </a:t>
            </a:r>
            <a:r>
              <a:rPr lang="en-US" dirty="0" err="1"/>
              <a:t>onderzoekers</a:t>
            </a:r>
            <a:r>
              <a:rPr lang="en-US" dirty="0"/>
              <a:t> die de </a:t>
            </a:r>
            <a:r>
              <a:rPr lang="en-US" dirty="0" err="1"/>
              <a:t>modellen</a:t>
            </a:r>
            <a:r>
              <a:rPr lang="en-US" dirty="0"/>
              <a:t> op punt </a:t>
            </a:r>
            <a:r>
              <a:rPr lang="en-US" dirty="0" err="1"/>
              <a:t>stellen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de developers </a:t>
            </a:r>
            <a:r>
              <a:rPr lang="en-US" dirty="0" err="1"/>
              <a:t>spreken</a:t>
            </a:r>
            <a:r>
              <a:rPr lang="en-US" dirty="0"/>
              <a:t> </a:t>
            </a:r>
            <a:r>
              <a:rPr lang="en-US" dirty="0" err="1"/>
              <a:t>fundamenteel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Andere taal. </a:t>
            </a:r>
            <a:r>
              <a:rPr lang="en-US" dirty="0" err="1"/>
              <a:t>Mijn</a:t>
            </a:r>
            <a:r>
              <a:rPr lang="en-US" dirty="0"/>
              <a:t> </a:t>
            </a:r>
            <a:r>
              <a:rPr lang="en-US" dirty="0" err="1"/>
              <a:t>bachelorproef</a:t>
            </a:r>
            <a:r>
              <a:rPr lang="en-US" dirty="0"/>
              <a:t> </a:t>
            </a:r>
            <a:r>
              <a:rPr lang="en-US" dirty="0" err="1"/>
              <a:t>focust</a:t>
            </a:r>
            <a:r>
              <a:rPr lang="en-US" dirty="0"/>
              <a:t> op die kloof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verkleinen</a:t>
            </a:r>
            <a:r>
              <a:rPr lang="en-US" dirty="0"/>
              <a:t>.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34056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de </a:t>
            </a:r>
            <a:r>
              <a:rPr lang="en-US" dirty="0" err="1"/>
              <a:t>huidige</a:t>
            </a:r>
            <a:r>
              <a:rPr lang="en-US" dirty="0"/>
              <a:t> </a:t>
            </a:r>
            <a:r>
              <a:rPr lang="en-US" dirty="0" err="1"/>
              <a:t>situatie</a:t>
            </a:r>
            <a:r>
              <a:rPr lang="en-US" dirty="0"/>
              <a:t> </a:t>
            </a:r>
            <a:r>
              <a:rPr lang="en-US" dirty="0" err="1"/>
              <a:t>worden</a:t>
            </a:r>
            <a:r>
              <a:rPr lang="en-US" dirty="0"/>
              <a:t> de </a:t>
            </a:r>
            <a:r>
              <a:rPr lang="en-US" dirty="0" err="1"/>
              <a:t>formules</a:t>
            </a:r>
            <a:r>
              <a:rPr lang="en-US" dirty="0"/>
              <a:t> over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spreekwoordelijke</a:t>
            </a:r>
            <a:r>
              <a:rPr lang="en-US" dirty="0"/>
              <a:t> </a:t>
            </a:r>
            <a:r>
              <a:rPr lang="en-US" dirty="0" err="1"/>
              <a:t>muur</a:t>
            </a:r>
            <a:r>
              <a:rPr lang="en-US" dirty="0"/>
              <a:t> </a:t>
            </a:r>
            <a:r>
              <a:rPr lang="en-US" dirty="0" err="1"/>
              <a:t>gegooit</a:t>
            </a:r>
            <a:r>
              <a:rPr lang="en-US" dirty="0"/>
              <a:t>. </a:t>
            </a:r>
            <a:r>
              <a:rPr lang="en-US" dirty="0" err="1"/>
              <a:t>Onderzoekers</a:t>
            </a:r>
            <a:r>
              <a:rPr lang="en-US" dirty="0"/>
              <a:t> </a:t>
            </a:r>
            <a:r>
              <a:rPr lang="en-US" dirty="0" err="1"/>
              <a:t>leveren</a:t>
            </a:r>
            <a:r>
              <a:rPr lang="en-US" dirty="0"/>
              <a:t> de </a:t>
            </a:r>
            <a:r>
              <a:rPr lang="en-US" dirty="0" err="1"/>
              <a:t>documentatie</a:t>
            </a:r>
            <a:r>
              <a:rPr lang="en-US" dirty="0"/>
              <a:t> </a:t>
            </a:r>
            <a:r>
              <a:rPr lang="en-US" dirty="0" err="1"/>
              <a:t>aan</a:t>
            </a:r>
            <a:r>
              <a:rPr lang="en-US" dirty="0"/>
              <a:t>, de developers </a:t>
            </a:r>
            <a:r>
              <a:rPr lang="en-US" dirty="0" err="1"/>
              <a:t>zetten</a:t>
            </a:r>
            <a:r>
              <a:rPr lang="en-US" dirty="0"/>
              <a:t> die om </a:t>
            </a:r>
            <a:r>
              <a:rPr lang="en-US" dirty="0" err="1"/>
              <a:t>naar</a:t>
            </a:r>
            <a:r>
              <a:rPr lang="en-US" dirty="0"/>
              <a:t> C# code.</a:t>
            </a:r>
          </a:p>
          <a:p>
            <a:r>
              <a:rPr lang="en-US" dirty="0"/>
              <a:t>Wilt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onderzoeker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Kleine </a:t>
            </a:r>
            <a:r>
              <a:rPr lang="en-US" dirty="0" err="1"/>
              <a:t>verandering</a:t>
            </a:r>
            <a:r>
              <a:rPr lang="en-US" dirty="0"/>
              <a:t> </a:t>
            </a:r>
            <a:r>
              <a:rPr lang="en-US" dirty="0" err="1"/>
              <a:t>aanpassen</a:t>
            </a:r>
            <a:r>
              <a:rPr lang="en-US" dirty="0"/>
              <a:t>, </a:t>
            </a:r>
            <a:r>
              <a:rPr lang="en-US" dirty="0" err="1"/>
              <a:t>moeten</a:t>
            </a:r>
            <a:r>
              <a:rPr lang="en-US" dirty="0"/>
              <a:t> ze </a:t>
            </a:r>
            <a:r>
              <a:rPr lang="en-US" dirty="0" err="1"/>
              <a:t>toch</a:t>
            </a:r>
            <a:r>
              <a:rPr lang="en-US" dirty="0"/>
              <a:t> </a:t>
            </a:r>
            <a:r>
              <a:rPr lang="en-US" dirty="0" err="1"/>
              <a:t>enige</a:t>
            </a:r>
            <a:r>
              <a:rPr lang="en-US" dirty="0"/>
              <a:t> </a:t>
            </a:r>
            <a:r>
              <a:rPr lang="en-US" dirty="0" err="1"/>
              <a:t>tijd</a:t>
            </a:r>
            <a:r>
              <a:rPr lang="en-US" dirty="0"/>
              <a:t> </a:t>
            </a:r>
            <a:r>
              <a:rPr lang="en-US" dirty="0" err="1"/>
              <a:t>wachten</a:t>
            </a:r>
            <a:r>
              <a:rPr lang="en-US" dirty="0"/>
              <a:t> op </a:t>
            </a:r>
            <a:r>
              <a:rPr lang="en-US" dirty="0" err="1"/>
              <a:t>een</a:t>
            </a:r>
            <a:r>
              <a:rPr lang="en-US" dirty="0"/>
              <a:t> IT-ticket.</a:t>
            </a:r>
          </a:p>
          <a:p>
            <a:endParaRPr lang="en-US" dirty="0"/>
          </a:p>
          <a:p>
            <a:r>
              <a:rPr lang="en-US" dirty="0"/>
              <a:t>Dit process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traag</a:t>
            </a:r>
            <a:r>
              <a:rPr lang="en-US" dirty="0"/>
              <a:t> </a:t>
            </a:r>
            <a:r>
              <a:rPr lang="en-US" dirty="0" err="1"/>
              <a:t>zijn</a:t>
            </a:r>
            <a:r>
              <a:rPr lang="en-US" dirty="0"/>
              <a:t>, </a:t>
            </a:r>
            <a:r>
              <a:rPr lang="en-US" dirty="0" err="1"/>
              <a:t>foutgevoelig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zorgen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‘documentation drift’. </a:t>
            </a:r>
            <a:r>
              <a:rPr lang="en-US" dirty="0" err="1"/>
              <a:t>Waarbij</a:t>
            </a:r>
            <a:r>
              <a:rPr lang="en-US" dirty="0"/>
              <a:t> de </a:t>
            </a:r>
            <a:r>
              <a:rPr lang="en-US" dirty="0" err="1"/>
              <a:t>documentatie</a:t>
            </a:r>
            <a:r>
              <a:rPr lang="en-US" dirty="0"/>
              <a:t> </a:t>
            </a:r>
            <a:r>
              <a:rPr lang="en-US" dirty="0" err="1"/>
              <a:t>niet</a:t>
            </a:r>
            <a:r>
              <a:rPr lang="en-US" dirty="0"/>
              <a:t> </a:t>
            </a:r>
            <a:r>
              <a:rPr lang="en-US" dirty="0" err="1"/>
              <a:t>klopt</a:t>
            </a:r>
            <a:r>
              <a:rPr lang="en-US" dirty="0"/>
              <a:t> met wat de code </a:t>
            </a:r>
            <a:r>
              <a:rPr lang="en-US" dirty="0" err="1"/>
              <a:t>doet</a:t>
            </a:r>
            <a:r>
              <a:rPr lang="en-US" dirty="0"/>
              <a:t>.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78969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83306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Mijn</a:t>
            </a:r>
            <a:r>
              <a:rPr lang="en-US" dirty="0"/>
              <a:t> </a:t>
            </a:r>
            <a:r>
              <a:rPr lang="en-US" dirty="0" err="1"/>
              <a:t>onderzoeks</a:t>
            </a:r>
            <a:r>
              <a:rPr lang="en-US" dirty="0"/>
              <a:t> </a:t>
            </a:r>
            <a:r>
              <a:rPr lang="en-US" dirty="0" err="1"/>
              <a:t>vraag</a:t>
            </a:r>
            <a:r>
              <a:rPr lang="en-US" dirty="0"/>
              <a:t> </a:t>
            </a:r>
            <a:r>
              <a:rPr lang="en-US" dirty="0" err="1"/>
              <a:t>komt</a:t>
            </a:r>
            <a:r>
              <a:rPr lang="en-US" dirty="0"/>
              <a:t> </a:t>
            </a:r>
            <a:r>
              <a:rPr lang="en-US" dirty="0" err="1"/>
              <a:t>neer</a:t>
            </a:r>
            <a:r>
              <a:rPr lang="en-US" dirty="0"/>
              <a:t> op ‘hoe </a:t>
            </a:r>
            <a:r>
              <a:rPr lang="en-US" dirty="0" err="1"/>
              <a:t>kunnen</a:t>
            </a:r>
            <a:r>
              <a:rPr lang="en-US" dirty="0"/>
              <a:t> we die black box </a:t>
            </a:r>
            <a:r>
              <a:rPr lang="en-US" dirty="0" err="1"/>
              <a:t>breken</a:t>
            </a:r>
            <a:r>
              <a:rPr lang="en-US" dirty="0"/>
              <a:t>’.</a:t>
            </a:r>
          </a:p>
          <a:p>
            <a:r>
              <a:rPr lang="en-US" dirty="0"/>
              <a:t>Ik </a:t>
            </a:r>
            <a:r>
              <a:rPr lang="en-US" dirty="0" err="1"/>
              <a:t>heb</a:t>
            </a:r>
            <a:r>
              <a:rPr lang="en-US" dirty="0"/>
              <a:t> </a:t>
            </a:r>
            <a:r>
              <a:rPr lang="en-US" dirty="0" err="1"/>
              <a:t>gekozen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hybride</a:t>
            </a:r>
            <a:r>
              <a:rPr lang="en-US" dirty="0"/>
              <a:t> </a:t>
            </a:r>
            <a:r>
              <a:rPr lang="en-US" dirty="0" err="1"/>
              <a:t>aanpak</a:t>
            </a:r>
            <a:r>
              <a:rPr lang="en-US" dirty="0"/>
              <a:t>. We </a:t>
            </a:r>
            <a:r>
              <a:rPr lang="en-US" dirty="0" err="1"/>
              <a:t>gebruiken</a:t>
            </a:r>
            <a:r>
              <a:rPr lang="en-US" dirty="0"/>
              <a:t> de Kracht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stabiliteit</a:t>
            </a:r>
            <a:r>
              <a:rPr lang="en-US" dirty="0"/>
              <a:t> van </a:t>
            </a:r>
            <a:r>
              <a:rPr lang="en-US" dirty="0" err="1"/>
              <a:t>.Net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backend.</a:t>
            </a:r>
          </a:p>
          <a:p>
            <a:r>
              <a:rPr lang="en-US" dirty="0"/>
              <a:t>Maar we </a:t>
            </a:r>
            <a:r>
              <a:rPr lang="en-US" dirty="0" err="1"/>
              <a:t>ontsluiten</a:t>
            </a:r>
            <a:r>
              <a:rPr lang="en-US" dirty="0"/>
              <a:t> die via </a:t>
            </a:r>
            <a:r>
              <a:rPr lang="en-US" dirty="0" err="1"/>
              <a:t>een</a:t>
            </a:r>
            <a:r>
              <a:rPr lang="en-US" dirty="0"/>
              <a:t> interface die </a:t>
            </a:r>
            <a:r>
              <a:rPr lang="en-US" dirty="0" err="1"/>
              <a:t>onderzoekers</a:t>
            </a:r>
            <a:r>
              <a:rPr lang="en-US" dirty="0"/>
              <a:t> </a:t>
            </a:r>
            <a:r>
              <a:rPr lang="en-US" dirty="0" err="1"/>
              <a:t>wel</a:t>
            </a:r>
            <a:r>
              <a:rPr lang="en-US" dirty="0"/>
              <a:t> </a:t>
            </a:r>
            <a:r>
              <a:rPr lang="en-US" dirty="0" err="1"/>
              <a:t>kennen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Python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jupyter</a:t>
            </a:r>
            <a:r>
              <a:rPr lang="en-US" dirty="0"/>
              <a:t> notebooks.</a:t>
            </a:r>
            <a:endParaRPr lang="nl-BE" dirty="0"/>
          </a:p>
          <a:p>
            <a:endParaRPr lang="nl-BE" dirty="0"/>
          </a:p>
          <a:p>
            <a:r>
              <a:rPr lang="nl-BE" dirty="0"/>
              <a:t>EMAV ondergaat een architectuur verandering. Van een client </a:t>
            </a:r>
            <a:r>
              <a:rPr lang="nl-BE" dirty="0" err="1"/>
              <a:t>pgrogramma</a:t>
            </a:r>
            <a:r>
              <a:rPr lang="nl-BE" dirty="0"/>
              <a:t> naar een web-</a:t>
            </a:r>
            <a:r>
              <a:rPr lang="nl-BE" dirty="0" err="1"/>
              <a:t>based</a:t>
            </a:r>
            <a:r>
              <a:rPr lang="nl-BE" dirty="0"/>
              <a:t> programma.</a:t>
            </a:r>
          </a:p>
          <a:p>
            <a:endParaRPr lang="nl-BE" dirty="0"/>
          </a:p>
          <a:p>
            <a:r>
              <a:rPr lang="nl-BE" dirty="0"/>
              <a:t>Dit draait niet lokaal op de laptop van de onderzoekers. Maar op een server.</a:t>
            </a:r>
          </a:p>
          <a:p>
            <a:endParaRPr lang="nl-BE" dirty="0"/>
          </a:p>
          <a:p>
            <a:r>
              <a:rPr lang="nl-BE" dirty="0"/>
              <a:t>Wanneer de onderzoekers een experiment willen starten </a:t>
            </a:r>
            <a:r>
              <a:rPr lang="nl-BE" dirty="0" err="1"/>
              <a:t>streedt</a:t>
            </a:r>
            <a:r>
              <a:rPr lang="nl-BE" dirty="0"/>
              <a:t> het systeem in werking:</a:t>
            </a:r>
          </a:p>
          <a:p>
            <a:endParaRPr lang="nl-BE" dirty="0"/>
          </a:p>
          <a:p>
            <a:pPr marL="228600" indent="-228600">
              <a:buAutoNum type="arabicPeriod"/>
            </a:pPr>
            <a:r>
              <a:rPr lang="nl-BE" dirty="0"/>
              <a:t>De server gebruikt de </a:t>
            </a:r>
            <a:r>
              <a:rPr lang="nl-BE" dirty="0" err="1"/>
              <a:t>Docker.DotNet</a:t>
            </a:r>
            <a:r>
              <a:rPr lang="nl-BE" dirty="0"/>
              <a:t> API om een volledige geïsoleerde zandbak op te spinnen</a:t>
            </a:r>
          </a:p>
          <a:p>
            <a:pPr marL="228600" indent="-228600">
              <a:buAutoNum type="arabicPeriod"/>
            </a:pPr>
            <a:r>
              <a:rPr lang="nl-BE" dirty="0"/>
              <a:t>Het scant de </a:t>
            </a:r>
            <a:r>
              <a:rPr lang="nl-BE" dirty="0" err="1"/>
              <a:t>buildfolders</a:t>
            </a:r>
            <a:r>
              <a:rPr lang="nl-BE" dirty="0"/>
              <a:t> van de solution en kopieert de recentste </a:t>
            </a:r>
            <a:r>
              <a:rPr lang="nl-BE" dirty="0" err="1"/>
              <a:t>dll’s</a:t>
            </a:r>
            <a:r>
              <a:rPr lang="nl-BE" dirty="0"/>
              <a:t> rechtsreeks</a:t>
            </a:r>
          </a:p>
          <a:p>
            <a:pPr marL="228600" indent="-228600">
              <a:buAutoNum type="arabicPeriod"/>
            </a:pPr>
            <a:r>
              <a:rPr lang="nl-BE" dirty="0"/>
              <a:t>Via volume </a:t>
            </a:r>
            <a:r>
              <a:rPr lang="nl-BE" dirty="0" err="1"/>
              <a:t>mapping</a:t>
            </a:r>
            <a:r>
              <a:rPr lang="nl-BE" dirty="0"/>
              <a:t> worden de notebooks en de benodigde data veilig gekoppeld</a:t>
            </a:r>
          </a:p>
          <a:p>
            <a:pPr marL="228600" indent="-228600">
              <a:buAutoNum type="arabicPeriod"/>
            </a:pPr>
            <a:endParaRPr lang="nl-BE" dirty="0"/>
          </a:p>
          <a:p>
            <a:pPr marL="0" indent="0">
              <a:buNone/>
            </a:pPr>
            <a:r>
              <a:rPr lang="nl-BE" dirty="0"/>
              <a:t>De onderzoekers krijgen in hun browser toegang tot een </a:t>
            </a:r>
            <a:r>
              <a:rPr lang="nl-BE" dirty="0" err="1"/>
              <a:t>jupyter</a:t>
            </a:r>
            <a:r>
              <a:rPr lang="nl-BE" dirty="0"/>
              <a:t> omgeving die al volledig geconfigureerd is voor </a:t>
            </a:r>
            <a:r>
              <a:rPr lang="nl-BE" dirty="0" err="1"/>
              <a:t>emav</a:t>
            </a:r>
            <a:endParaRPr lang="nl-BE" dirty="0"/>
          </a:p>
          <a:p>
            <a:pPr marL="0" indent="0">
              <a:buNone/>
            </a:pPr>
            <a:r>
              <a:rPr lang="nl-BE" dirty="0"/>
              <a:t>Met de juiste python omgeving en geladen C# </a:t>
            </a:r>
            <a:r>
              <a:rPr lang="nl-BE" dirty="0" err="1"/>
              <a:t>libraries</a:t>
            </a:r>
            <a:r>
              <a:rPr lang="nl-BE" dirty="0"/>
              <a:t>. Ze moeten niets installeren en kunnen direct experimenteren.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354715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</a:t>
            </a:r>
            <a:r>
              <a:rPr lang="en-US" dirty="0" err="1"/>
              <a:t>emav</a:t>
            </a:r>
            <a:r>
              <a:rPr lang="en-US" dirty="0"/>
              <a:t> </a:t>
            </a:r>
            <a:r>
              <a:rPr lang="en-US" dirty="0" err="1"/>
              <a:t>zouden</a:t>
            </a:r>
            <a:r>
              <a:rPr lang="en-US" dirty="0"/>
              <a:t> de </a:t>
            </a:r>
            <a:r>
              <a:rPr lang="en-US" dirty="0" err="1"/>
              <a:t>stappen</a:t>
            </a:r>
            <a:r>
              <a:rPr lang="en-US" dirty="0"/>
              <a:t> van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berekening</a:t>
            </a:r>
            <a:r>
              <a:rPr lang="en-US" dirty="0"/>
              <a:t> </a:t>
            </a:r>
            <a:r>
              <a:rPr lang="en-US" dirty="0" err="1"/>
              <a:t>gebeuren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Iets</a:t>
            </a:r>
            <a:r>
              <a:rPr lang="en-US" dirty="0"/>
              <a:t> </a:t>
            </a:r>
            <a:r>
              <a:rPr lang="en-US" dirty="0" err="1"/>
              <a:t>zeer</a:t>
            </a:r>
            <a:r>
              <a:rPr lang="en-US" dirty="0"/>
              <a:t> </a:t>
            </a:r>
            <a:r>
              <a:rPr lang="en-US" dirty="0" err="1"/>
              <a:t>goed</a:t>
            </a:r>
            <a:r>
              <a:rPr lang="en-US" dirty="0"/>
              <a:t> </a:t>
            </a:r>
            <a:r>
              <a:rPr lang="en-US" dirty="0" err="1"/>
              <a:t>zou</a:t>
            </a:r>
            <a:r>
              <a:rPr lang="en-US" dirty="0"/>
              <a:t> </a:t>
            </a:r>
            <a:r>
              <a:rPr lang="en-US" dirty="0" err="1"/>
              <a:t>dat</a:t>
            </a:r>
            <a:r>
              <a:rPr lang="en-US" dirty="0"/>
              <a:t> men </a:t>
            </a:r>
            <a:r>
              <a:rPr lang="en-US" dirty="0" err="1"/>
              <a:t>voor</a:t>
            </a:r>
            <a:r>
              <a:rPr lang="en-US" dirty="0"/>
              <a:t> </a:t>
            </a:r>
            <a:r>
              <a:rPr lang="en-US" dirty="0" err="1"/>
              <a:t>elke</a:t>
            </a:r>
            <a:r>
              <a:rPr lang="en-US" dirty="0"/>
              <a:t> </a:t>
            </a:r>
            <a:r>
              <a:rPr lang="en-US" dirty="0" err="1"/>
              <a:t>stap</a:t>
            </a:r>
            <a:r>
              <a:rPr lang="en-US" dirty="0"/>
              <a:t> </a:t>
            </a:r>
            <a:r>
              <a:rPr lang="en-US" dirty="0" err="1"/>
              <a:t>ook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python </a:t>
            </a:r>
            <a:r>
              <a:rPr lang="en-US" dirty="0" err="1"/>
              <a:t>implementatie</a:t>
            </a:r>
            <a:r>
              <a:rPr lang="en-US" dirty="0"/>
              <a:t> </a:t>
            </a:r>
            <a:r>
              <a:rPr lang="en-US" dirty="0" err="1"/>
              <a:t>zouden</a:t>
            </a:r>
            <a:r>
              <a:rPr lang="en-US" dirty="0"/>
              <a:t> </a:t>
            </a:r>
            <a:r>
              <a:rPr lang="en-US" dirty="0" err="1"/>
              <a:t>kunnen</a:t>
            </a:r>
            <a:r>
              <a:rPr lang="en-US" dirty="0"/>
              <a:t> </a:t>
            </a:r>
            <a:r>
              <a:rPr lang="en-US" dirty="0" err="1"/>
              <a:t>gebruiken</a:t>
            </a:r>
            <a:r>
              <a:rPr lang="en-US" dirty="0"/>
              <a:t>. </a:t>
            </a:r>
          </a:p>
          <a:p>
            <a:r>
              <a:rPr lang="en-US" dirty="0"/>
              <a:t>Python </a:t>
            </a:r>
            <a:r>
              <a:rPr lang="en-US" dirty="0" err="1"/>
              <a:t>.net</a:t>
            </a:r>
            <a:r>
              <a:rPr lang="en-US" dirty="0"/>
              <a:t> </a:t>
            </a:r>
            <a:r>
              <a:rPr lang="en-US" dirty="0" err="1"/>
              <a:t>werkt</a:t>
            </a:r>
            <a:r>
              <a:rPr lang="en-US" dirty="0"/>
              <a:t> in </a:t>
            </a:r>
            <a:r>
              <a:rPr lang="en-US" dirty="0" err="1"/>
              <a:t>beide</a:t>
            </a:r>
            <a:r>
              <a:rPr lang="en-US" dirty="0"/>
              <a:t> </a:t>
            </a:r>
            <a:r>
              <a:rPr lang="en-US" dirty="0" err="1"/>
              <a:t>wegen</a:t>
            </a:r>
            <a:endParaRPr lang="en-US" dirty="0"/>
          </a:p>
          <a:p>
            <a:endParaRPr lang="en-US" dirty="0"/>
          </a:p>
          <a:p>
            <a:r>
              <a:rPr lang="en-US" dirty="0"/>
              <a:t>Dus via </a:t>
            </a:r>
            <a:r>
              <a:rPr lang="en-US" dirty="0" err="1"/>
              <a:t>een</a:t>
            </a:r>
            <a:r>
              <a:rPr lang="en-US" dirty="0"/>
              <a:t> switch, </a:t>
            </a:r>
            <a:r>
              <a:rPr lang="en-US" dirty="0" err="1"/>
              <a:t>een</a:t>
            </a:r>
            <a:r>
              <a:rPr lang="en-US" dirty="0"/>
              <a:t> strategy / factory pattern </a:t>
            </a:r>
            <a:r>
              <a:rPr lang="en-US" dirty="0" err="1"/>
              <a:t>waarbij</a:t>
            </a:r>
            <a:r>
              <a:rPr lang="en-US" dirty="0"/>
              <a:t> men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kiezen</a:t>
            </a:r>
            <a:r>
              <a:rPr lang="en-US" dirty="0"/>
              <a:t> </a:t>
            </a:r>
            <a:r>
              <a:rPr lang="en-US" dirty="0" err="1"/>
              <a:t>tussen</a:t>
            </a:r>
            <a:r>
              <a:rPr lang="en-US" dirty="0"/>
              <a:t> de C# of python </a:t>
            </a:r>
            <a:r>
              <a:rPr lang="en-US" dirty="0" err="1"/>
              <a:t>implementatie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468378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66751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notebooks op </a:t>
            </a:r>
            <a:r>
              <a:rPr lang="en-US" dirty="0" err="1"/>
              <a:t>een</a:t>
            </a:r>
            <a:r>
              <a:rPr lang="en-US" dirty="0"/>
              <a:t> server is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grote</a:t>
            </a:r>
            <a:r>
              <a:rPr lang="en-US" dirty="0"/>
              <a:t> </a:t>
            </a:r>
            <a:r>
              <a:rPr lang="en-US" dirty="0" err="1"/>
              <a:t>veiligheids</a:t>
            </a:r>
            <a:r>
              <a:rPr lang="en-US" dirty="0"/>
              <a:t> Risico.</a:t>
            </a:r>
          </a:p>
          <a:p>
            <a:r>
              <a:rPr lang="en-US" dirty="0" err="1"/>
              <a:t>Daarom</a:t>
            </a:r>
            <a:r>
              <a:rPr lang="en-US" dirty="0"/>
              <a:t> </a:t>
            </a:r>
            <a:r>
              <a:rPr lang="en-US" dirty="0" err="1"/>
              <a:t>zijn</a:t>
            </a:r>
            <a:r>
              <a:rPr lang="en-US" dirty="0"/>
              <a:t> er </a:t>
            </a:r>
            <a:r>
              <a:rPr lang="en-US" dirty="0" err="1"/>
              <a:t>meerdere</a:t>
            </a:r>
            <a:r>
              <a:rPr lang="en-US" dirty="0"/>
              <a:t> </a:t>
            </a:r>
            <a:r>
              <a:rPr lang="en-US" dirty="0" err="1"/>
              <a:t>lagen</a:t>
            </a:r>
            <a:r>
              <a:rPr lang="en-US" dirty="0"/>
              <a:t> </a:t>
            </a:r>
            <a:r>
              <a:rPr lang="en-US" dirty="0" err="1"/>
              <a:t>veiligheid</a:t>
            </a:r>
            <a:r>
              <a:rPr lang="en-US" dirty="0"/>
              <a:t> </a:t>
            </a:r>
            <a:r>
              <a:rPr lang="en-US" dirty="0" err="1"/>
              <a:t>ingebouwd</a:t>
            </a:r>
            <a:endParaRPr lang="en-US" dirty="0"/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 err="1"/>
              <a:t>isolatie</a:t>
            </a:r>
            <a:r>
              <a:rPr lang="en-US" dirty="0"/>
              <a:t>: door docker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onderzoeker</a:t>
            </a:r>
            <a:r>
              <a:rPr lang="en-US" dirty="0"/>
              <a:t> nooit de server of de </a:t>
            </a:r>
            <a:r>
              <a:rPr lang="en-US" dirty="0" err="1"/>
              <a:t>hoofdapp</a:t>
            </a:r>
            <a:r>
              <a:rPr lang="en-US" dirty="0"/>
              <a:t> laten </a:t>
            </a:r>
            <a:r>
              <a:rPr lang="en-US" dirty="0" err="1"/>
              <a:t>crashen</a:t>
            </a:r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Data </a:t>
            </a:r>
            <a:r>
              <a:rPr lang="en-US" dirty="0" err="1"/>
              <a:t>integriteit</a:t>
            </a:r>
            <a:r>
              <a:rPr lang="en-US" dirty="0"/>
              <a:t>: </a:t>
            </a:r>
            <a:r>
              <a:rPr lang="en-US" dirty="0" err="1"/>
              <a:t>experimenten</a:t>
            </a:r>
            <a:r>
              <a:rPr lang="en-US" dirty="0"/>
              <a:t> </a:t>
            </a:r>
            <a:r>
              <a:rPr lang="en-US" dirty="0" err="1"/>
              <a:t>gebeuren</a:t>
            </a:r>
            <a:r>
              <a:rPr lang="en-US" dirty="0"/>
              <a:t> op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kopie</a:t>
            </a:r>
            <a:r>
              <a:rPr lang="en-US" dirty="0"/>
              <a:t> van de data</a:t>
            </a:r>
          </a:p>
          <a:p>
            <a:pPr marL="228600" indent="-228600">
              <a:buAutoNum type="arabicPeriod"/>
            </a:pPr>
            <a:r>
              <a:rPr lang="en-US" dirty="0" err="1"/>
              <a:t>Validatie</a:t>
            </a:r>
            <a:r>
              <a:rPr lang="en-US" dirty="0"/>
              <a:t>: de </a:t>
            </a:r>
            <a:r>
              <a:rPr lang="en-US" dirty="0" err="1"/>
              <a:t>resultaten</a:t>
            </a:r>
            <a:r>
              <a:rPr lang="en-US" dirty="0"/>
              <a:t> </a:t>
            </a:r>
            <a:r>
              <a:rPr lang="en-US" dirty="0" err="1"/>
              <a:t>kunnen</a:t>
            </a:r>
            <a:r>
              <a:rPr lang="en-US" dirty="0"/>
              <a:t> direct </a:t>
            </a:r>
            <a:r>
              <a:rPr lang="en-US" dirty="0" err="1"/>
              <a:t>hun</a:t>
            </a:r>
            <a:r>
              <a:rPr lang="en-US" dirty="0"/>
              <a:t> code </a:t>
            </a:r>
            <a:r>
              <a:rPr lang="en-US" dirty="0" err="1"/>
              <a:t>vergelijken</a:t>
            </a:r>
            <a:r>
              <a:rPr lang="en-US" dirty="0"/>
              <a:t> met de </a:t>
            </a:r>
            <a:r>
              <a:rPr lang="en-US" dirty="0" err="1"/>
              <a:t>effectieve</a:t>
            </a:r>
            <a:r>
              <a:rPr lang="en-US" dirty="0"/>
              <a:t> C# </a:t>
            </a:r>
            <a:r>
              <a:rPr lang="en-US" dirty="0" err="1"/>
              <a:t>resultaten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637049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kloof </a:t>
            </a:r>
            <a:r>
              <a:rPr lang="en-US" dirty="0" err="1"/>
              <a:t>tussen</a:t>
            </a:r>
            <a:r>
              <a:rPr lang="en-US" dirty="0"/>
              <a:t> it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wetenschap</a:t>
            </a:r>
            <a:r>
              <a:rPr lang="en-US" dirty="0"/>
              <a:t> is </a:t>
            </a:r>
            <a:r>
              <a:rPr lang="en-US" dirty="0" err="1"/>
              <a:t>geen</a:t>
            </a:r>
            <a:r>
              <a:rPr lang="en-US" dirty="0"/>
              <a:t> </a:t>
            </a:r>
            <a:r>
              <a:rPr lang="en-US" dirty="0" err="1"/>
              <a:t>onoverkomenlijk</a:t>
            </a:r>
            <a:r>
              <a:rPr lang="en-US" dirty="0"/>
              <a:t> problem.</a:t>
            </a:r>
          </a:p>
          <a:p>
            <a:endParaRPr lang="en-US" dirty="0"/>
          </a:p>
          <a:p>
            <a:r>
              <a:rPr lang="en-US" dirty="0"/>
              <a:t>Maar de kloof </a:t>
            </a:r>
            <a:r>
              <a:rPr lang="en-US" dirty="0" err="1"/>
              <a:t>kan</a:t>
            </a:r>
            <a:r>
              <a:rPr lang="en-US" dirty="0"/>
              <a:t> Dichter </a:t>
            </a:r>
            <a:r>
              <a:rPr lang="en-US" dirty="0" err="1"/>
              <a:t>gebracht</a:t>
            </a:r>
            <a:r>
              <a:rPr lang="en-US" dirty="0"/>
              <a:t> </a:t>
            </a:r>
            <a:r>
              <a:rPr lang="en-US" dirty="0" err="1"/>
              <a:t>worden</a:t>
            </a:r>
            <a:r>
              <a:rPr lang="en-US" dirty="0"/>
              <a:t> via </a:t>
            </a:r>
            <a:r>
              <a:rPr lang="en-US" dirty="0" err="1"/>
              <a:t>architectuur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tooling</a:t>
            </a:r>
          </a:p>
          <a:p>
            <a:endParaRPr lang="en-US" dirty="0"/>
          </a:p>
          <a:p>
            <a:r>
              <a:rPr lang="en-US" dirty="0"/>
              <a:t>Door </a:t>
            </a:r>
            <a:r>
              <a:rPr lang="en-US" dirty="0" err="1"/>
              <a:t>pythonnet</a:t>
            </a:r>
            <a:r>
              <a:rPr lang="en-US" dirty="0"/>
              <a:t> docker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jupyter</a:t>
            </a:r>
            <a:r>
              <a:rPr lang="en-US" dirty="0"/>
              <a:t> </a:t>
            </a:r>
            <a:r>
              <a:rPr lang="en-US" dirty="0" err="1"/>
              <a:t>samen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integreren</a:t>
            </a:r>
            <a:r>
              <a:rPr lang="en-US" dirty="0"/>
              <a:t> </a:t>
            </a:r>
            <a:r>
              <a:rPr lang="en-US" dirty="0" err="1"/>
              <a:t>geven</a:t>
            </a:r>
            <a:r>
              <a:rPr lang="en-US" dirty="0"/>
              <a:t> we </a:t>
            </a:r>
            <a:r>
              <a:rPr lang="en-US" dirty="0" err="1"/>
              <a:t>controle</a:t>
            </a:r>
            <a:r>
              <a:rPr lang="en-US" dirty="0"/>
              <a:t> </a:t>
            </a:r>
            <a:r>
              <a:rPr lang="en-US" dirty="0" err="1"/>
              <a:t>aan</a:t>
            </a:r>
            <a:r>
              <a:rPr lang="en-US" dirty="0"/>
              <a:t> de </a:t>
            </a:r>
            <a:r>
              <a:rPr lang="en-US" dirty="0" err="1"/>
              <a:t>mensen</a:t>
            </a:r>
            <a:r>
              <a:rPr lang="en-US" dirty="0"/>
              <a:t> die de </a:t>
            </a:r>
            <a:r>
              <a:rPr lang="en-US" dirty="0" err="1"/>
              <a:t>modellen</a:t>
            </a:r>
            <a:r>
              <a:rPr lang="en-US" dirty="0"/>
              <a:t> </a:t>
            </a:r>
            <a:r>
              <a:rPr lang="en-US" dirty="0" err="1"/>
              <a:t>beter</a:t>
            </a:r>
            <a:r>
              <a:rPr lang="en-US" dirty="0"/>
              <a:t> </a:t>
            </a:r>
            <a:r>
              <a:rPr lang="en-US" dirty="0" err="1"/>
              <a:t>begrijpen</a:t>
            </a:r>
            <a:r>
              <a:rPr lang="en-US" dirty="0"/>
              <a:t> dan de developers.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35413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52464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862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08448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66164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5955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27818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6155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39027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9143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97834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‹#›</a:t>
            </a:fld>
            <a:endParaRPr lang="nl-BE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81860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722219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‹#›</a:t>
            </a:fld>
            <a:endParaRPr lang="nl-BE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070535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071733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363595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2991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F8F25020-1281-437F-B925-3E2602D8074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48540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7.png"/><Relationship Id="rId4" Type="http://schemas.openxmlformats.org/officeDocument/2006/relationships/image" Target="../media/image5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8.png"/><Relationship Id="rId5" Type="http://schemas.openxmlformats.org/officeDocument/2006/relationships/image" Target="../media/image5.jpg"/><Relationship Id="rId4" Type="http://schemas.openxmlformats.org/officeDocument/2006/relationships/notesSlide" Target="../notesSlides/notesSl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BC49DA-46A6-4728-E480-B1FEF3345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Bachelorproef</a:t>
            </a:r>
            <a:r>
              <a:rPr lang="en-US" dirty="0"/>
              <a:t> </a:t>
            </a:r>
            <a:r>
              <a:rPr lang="en-US" dirty="0" err="1"/>
              <a:t>verdediging</a:t>
            </a:r>
            <a:endParaRPr lang="nl-BE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02A76C7C-3492-72F0-AE01-DE869E6F13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6"/>
            <a:ext cx="7766936" cy="1096899"/>
          </a:xfrm>
        </p:spPr>
        <p:txBody>
          <a:bodyPr/>
          <a:lstStyle/>
          <a:p>
            <a:r>
              <a:rPr lang="en-US" dirty="0"/>
              <a:t>Caradoc Roetynck</a:t>
            </a:r>
            <a:endParaRPr lang="nl-BE" dirty="0"/>
          </a:p>
        </p:txBody>
      </p:sp>
      <p:pic>
        <p:nvPicPr>
          <p:cNvPr id="1026" name="Picture 2" descr="Logo - ILVO Vlaanderen">
            <a:extLst>
              <a:ext uri="{FF2B5EF4-FFF2-40B4-BE49-F238E27FC236}">
                <a16:creationId xmlns:a16="http://schemas.microsoft.com/office/drawing/2014/main" id="{6CF6EED1-34B8-71C3-3A71-EAA8B82A8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097" y="142164"/>
            <a:ext cx="3009900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12EC25D-9900-C0BB-A520-20BDF2F537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097" y="5013324"/>
            <a:ext cx="2847975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4278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ijdelijke aanduiding voor inhoud 4" descr="Modern huis met kubusontwerp">
            <a:extLst>
              <a:ext uri="{FF2B5EF4-FFF2-40B4-BE49-F238E27FC236}">
                <a16:creationId xmlns:a16="http://schemas.microsoft.com/office/drawing/2014/main" id="{9BBC4817-5A53-A108-7FD0-B00D9D707D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83" r="13709" b="-2"/>
          <a:stretch>
            <a:fillRect/>
          </a:stretch>
        </p:blipFill>
        <p:spPr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4E38C91-D76E-16DB-BDF6-C50CBA37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>
            <a:normAutofit/>
          </a:bodyPr>
          <a:lstStyle/>
          <a:p>
            <a:r>
              <a:rPr lang="en-US" dirty="0"/>
              <a:t>Het </a:t>
            </a:r>
            <a:r>
              <a:rPr lang="en-US" dirty="0" err="1"/>
              <a:t>probleem</a:t>
            </a:r>
            <a:r>
              <a:rPr lang="en-US" dirty="0"/>
              <a:t>: The Black Box</a:t>
            </a:r>
            <a:endParaRPr lang="nl-BE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4152F8C-92B1-3750-2EFA-3897E6B56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>
            <a:normAutofit/>
          </a:bodyPr>
          <a:lstStyle/>
          <a:p>
            <a:r>
              <a:rPr lang="en-US" dirty="0" err="1"/>
              <a:t>Wetenschappers</a:t>
            </a:r>
            <a:endParaRPr lang="en-US" dirty="0"/>
          </a:p>
          <a:p>
            <a:r>
              <a:rPr lang="en-US" dirty="0" err="1"/>
              <a:t>Ict’ers</a:t>
            </a:r>
            <a:endParaRPr lang="en-US" dirty="0"/>
          </a:p>
          <a:p>
            <a:endParaRPr lang="en-US" dirty="0"/>
          </a:p>
        </p:txBody>
      </p:sp>
      <p:cxnSp>
        <p:nvCxnSpPr>
          <p:cNvPr id="20" name="Straight Connector 16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23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27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31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33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18720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E9A89D8-9ED3-1C1E-BAFC-CFFE76760F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lang="nl-BE" dirty="0"/>
              <a:t>Aanpak onderzoek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graphicFrame>
        <p:nvGraphicFramePr>
          <p:cNvPr id="5" name="Tijdelijke aanduiding voor inhoud 2">
            <a:extLst>
              <a:ext uri="{FF2B5EF4-FFF2-40B4-BE49-F238E27FC236}">
                <a16:creationId xmlns:a16="http://schemas.microsoft.com/office/drawing/2014/main" id="{4C1123A5-26F3-8B64-84AF-43401A0A5CA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7703626"/>
              </p:ext>
            </p:extLst>
          </p:nvPr>
        </p:nvGraphicFramePr>
        <p:xfrm>
          <a:off x="1286933" y="1948543"/>
          <a:ext cx="9618133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736920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B86D14-3189-6AF9-C684-6099FEEDA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Architectuur</a:t>
            </a:r>
            <a:r>
              <a:rPr lang="en-US" dirty="0"/>
              <a:t>: Server-Side </a:t>
            </a:r>
            <a:r>
              <a:rPr lang="en-US" dirty="0" err="1"/>
              <a:t>Orchestratie</a:t>
            </a:r>
            <a:endParaRPr lang="nl-BE" dirty="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F6C612ED-B742-6182-366C-C6F355D072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317" y="1355370"/>
            <a:ext cx="6075776" cy="5407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799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Afbeelding 8">
            <a:extLst>
              <a:ext uri="{FF2B5EF4-FFF2-40B4-BE49-F238E27FC236}">
                <a16:creationId xmlns:a16="http://schemas.microsoft.com/office/drawing/2014/main" id="{DD207493-5909-B472-EEA7-0AE53F6C6C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52716" y="-132729"/>
            <a:ext cx="15695728" cy="749997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80A337F-F263-28FE-D3A6-2AAE5C22B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 oplossing: Een hybride brug</a:t>
            </a:r>
            <a:endParaRPr lang="nl-BE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19DBFA7-89A8-4E6C-6E95-DEF8F618C45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894" y="1407459"/>
            <a:ext cx="8495070" cy="4840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6857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56695-C864-4F31-E159-6877AB2FA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8">
            <a:extLst>
              <a:ext uri="{FF2B5EF4-FFF2-40B4-BE49-F238E27FC236}">
                <a16:creationId xmlns:a16="http://schemas.microsoft.com/office/drawing/2014/main" id="{A6F05902-BAB7-3536-00D0-B886E87C5F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512694" y="-213411"/>
            <a:ext cx="15892951" cy="749997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0C8C0FC-6287-F317-1190-DA1789178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</a:t>
            </a:r>
            <a:r>
              <a:rPr lang="en-US" dirty="0" err="1"/>
              <a:t>oplossing</a:t>
            </a:r>
            <a:r>
              <a:rPr lang="en-US" dirty="0"/>
              <a:t>: Een </a:t>
            </a:r>
            <a:r>
              <a:rPr lang="en-US" dirty="0" err="1"/>
              <a:t>hybride</a:t>
            </a:r>
            <a:r>
              <a:rPr lang="en-US" dirty="0"/>
              <a:t> </a:t>
            </a:r>
            <a:r>
              <a:rPr lang="en-US" dirty="0" err="1"/>
              <a:t>brug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AC1401B-BEE6-F04F-CFDA-222AF9804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 dirty="0"/>
          </a:p>
        </p:txBody>
      </p:sp>
      <p:pic>
        <p:nvPicPr>
          <p:cNvPr id="9" name="Video 8">
            <a:hlinkClick r:id="" action="ppaction://media"/>
            <a:extLst>
              <a:ext uri="{FF2B5EF4-FFF2-40B4-BE49-F238E27FC236}">
                <a16:creationId xmlns:a16="http://schemas.microsoft.com/office/drawing/2014/main" id="{F9661D93-D414-2CCF-A452-788AF6B0C5B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739216" y="1270000"/>
            <a:ext cx="9189492" cy="5169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8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166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56695-C864-4F31-E159-6877AB2FA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Afbeelding 8">
            <a:extLst>
              <a:ext uri="{FF2B5EF4-FFF2-40B4-BE49-F238E27FC236}">
                <a16:creationId xmlns:a16="http://schemas.microsoft.com/office/drawing/2014/main" id="{792EC0B3-E3C4-F0B5-C275-97CBD5507D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11304" y="-320988"/>
            <a:ext cx="16009492" cy="749997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0C8C0FC-6287-F317-1190-DA1789178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</a:t>
            </a:r>
            <a:r>
              <a:rPr lang="en-US" dirty="0" err="1"/>
              <a:t>oplossing</a:t>
            </a:r>
            <a:r>
              <a:rPr lang="en-US" dirty="0"/>
              <a:t>: Een </a:t>
            </a:r>
            <a:r>
              <a:rPr lang="en-US" dirty="0" err="1"/>
              <a:t>hybride</a:t>
            </a:r>
            <a:r>
              <a:rPr lang="en-US" dirty="0"/>
              <a:t> </a:t>
            </a:r>
            <a:r>
              <a:rPr lang="en-US" dirty="0" err="1"/>
              <a:t>brug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AC1401B-BEE6-F04F-CFDA-222AF9804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 dirty="0"/>
          </a:p>
        </p:txBody>
      </p:sp>
      <p:pic>
        <p:nvPicPr>
          <p:cNvPr id="5" name="Video 4">
            <a:hlinkClick r:id="" action="ppaction://media"/>
            <a:extLst>
              <a:ext uri="{FF2B5EF4-FFF2-40B4-BE49-F238E27FC236}">
                <a16:creationId xmlns:a16="http://schemas.microsoft.com/office/drawing/2014/main" id="{AC206E13-D1C2-B097-0A2F-403220A0638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2622675" y="1270000"/>
            <a:ext cx="9170633" cy="515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30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83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9">
            <a:extLst>
              <a:ext uri="{FF2B5EF4-FFF2-40B4-BE49-F238E27FC236}">
                <a16:creationId xmlns:a16="http://schemas.microsoft.com/office/drawing/2014/main" id="{D94A7024-D948-494D-8920-BBA2DA07D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Afbeelding 4" descr="Een man met een masker">
            <a:extLst>
              <a:ext uri="{FF2B5EF4-FFF2-40B4-BE49-F238E27FC236}">
                <a16:creationId xmlns:a16="http://schemas.microsoft.com/office/drawing/2014/main" id="{9AA27114-429F-2B87-C53F-A97CF3EC0B1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6F91353-4748-7A3E-E391-14A0E7E8C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>
            <a:normAutofit/>
          </a:bodyPr>
          <a:lstStyle/>
          <a:p>
            <a:r>
              <a:rPr lang="en-US" dirty="0" err="1"/>
              <a:t>Veiligheid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Validatie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51B75C8-59AF-B692-CE87-F789ACA17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388077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Isolatie</a:t>
            </a:r>
          </a:p>
          <a:p>
            <a:r>
              <a:rPr lang="en-US">
                <a:solidFill>
                  <a:srgbClr val="FFFFFF"/>
                </a:solidFill>
              </a:rPr>
              <a:t>Data integriteit</a:t>
            </a:r>
          </a:p>
          <a:p>
            <a:r>
              <a:rPr lang="en-US">
                <a:solidFill>
                  <a:srgbClr val="FFFFFF"/>
                </a:solidFill>
              </a:rPr>
              <a:t>Validatie </a:t>
            </a:r>
            <a:endParaRPr lang="nl-BE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71551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CBE9126-4C4A-A45F-ACE9-6BD542E9B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lang="en-US"/>
              <a:t>Conclusie</a:t>
            </a:r>
            <a:endParaRPr lang="nl-B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graphicFrame>
        <p:nvGraphicFramePr>
          <p:cNvPr id="5" name="Tijdelijke aanduiding voor inhoud 2">
            <a:extLst>
              <a:ext uri="{FF2B5EF4-FFF2-40B4-BE49-F238E27FC236}">
                <a16:creationId xmlns:a16="http://schemas.microsoft.com/office/drawing/2014/main" id="{E60D2EDD-29F3-8720-9F7F-5E1E827194B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9154710"/>
              </p:ext>
            </p:extLst>
          </p:nvPr>
        </p:nvGraphicFramePr>
        <p:xfrm>
          <a:off x="1286933" y="1948543"/>
          <a:ext cx="9618133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564781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8C2802E-0100-9FA2-9B90-E0C46E7F7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lang="nl-BE" dirty="0"/>
              <a:t>Kritische reflectie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graphicFrame>
        <p:nvGraphicFramePr>
          <p:cNvPr id="5" name="Tijdelijke aanduiding voor inhoud 2">
            <a:extLst>
              <a:ext uri="{FF2B5EF4-FFF2-40B4-BE49-F238E27FC236}">
                <a16:creationId xmlns:a16="http://schemas.microsoft.com/office/drawing/2014/main" id="{543252E5-383E-56AE-992C-5462A474C2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11182176"/>
              </p:ext>
            </p:extLst>
          </p:nvPr>
        </p:nvGraphicFramePr>
        <p:xfrm>
          <a:off x="1286933" y="1948543"/>
          <a:ext cx="9618133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9858002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26</TotalTime>
  <Words>595</Words>
  <Application>Microsoft Office PowerPoint</Application>
  <PresentationFormat>Widescreen</PresentationFormat>
  <Paragraphs>85</Paragraphs>
  <Slides>10</Slides>
  <Notes>8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Trebuchet MS</vt:lpstr>
      <vt:lpstr>Wingdings 3</vt:lpstr>
      <vt:lpstr>Facet</vt:lpstr>
      <vt:lpstr>Bachelorproef verdediging</vt:lpstr>
      <vt:lpstr>Het probleem: The Black Box</vt:lpstr>
      <vt:lpstr>Aanpak onderzoek</vt:lpstr>
      <vt:lpstr>Architectuur: Server-Side Orchestratie</vt:lpstr>
      <vt:lpstr>De oplossing: Een hybride brug</vt:lpstr>
      <vt:lpstr>De oplossing: Een hybride brug</vt:lpstr>
      <vt:lpstr>De oplossing: Een hybride brug</vt:lpstr>
      <vt:lpstr>Veiligheid en Validatie</vt:lpstr>
      <vt:lpstr>Conclusie</vt:lpstr>
      <vt:lpstr>Kritische reflectie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Caradoc Roetynck</dc:creator>
  <cp:lastModifiedBy>Caradoc Roetynck</cp:lastModifiedBy>
  <cp:revision>9</cp:revision>
  <dcterms:created xsi:type="dcterms:W3CDTF">2026-06-10T17:41:05Z</dcterms:created>
  <dcterms:modified xsi:type="dcterms:W3CDTF">2026-06-11T08:26:37Z</dcterms:modified>
</cp:coreProperties>
</file>