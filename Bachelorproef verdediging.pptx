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3" r:id="rId4"/>
    <p:sldId id="259" r:id="rId5"/>
    <p:sldId id="258" r:id="rId6"/>
    <p:sldId id="262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68297" autoAdjust="0"/>
  </p:normalViewPr>
  <p:slideViewPr>
    <p:cSldViewPr snapToGrid="0">
      <p:cViewPr>
        <p:scale>
          <a:sx n="100" d="100"/>
          <a:sy n="100" d="100"/>
        </p:scale>
        <p:origin x="254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7F50FB-5B01-4A98-B977-92D4F2ABC80E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0F0E142-7865-4CB5-9793-84517A13A501}">
      <dgm:prSet/>
      <dgm:spPr/>
      <dgm:t>
        <a:bodyPr/>
        <a:lstStyle/>
        <a:p>
          <a:pPr>
            <a:defRPr b="1"/>
          </a:pPr>
          <a:r>
            <a:rPr lang="nl-BE" dirty="0"/>
            <a:t>Bewezen C# </a:t>
          </a:r>
          <a:r>
            <a:rPr lang="nl-BE" dirty="0" err="1"/>
            <a:t>dll’s</a:t>
          </a:r>
          <a:r>
            <a:rPr lang="nl-BE" dirty="0"/>
            <a:t> kunnen in </a:t>
          </a:r>
          <a:r>
            <a:rPr lang="nl-BE" dirty="0" err="1"/>
            <a:t>jupyter</a:t>
          </a:r>
          <a:r>
            <a:rPr lang="nl-BE" dirty="0"/>
            <a:t> notebooks</a:t>
          </a:r>
          <a:endParaRPr lang="en-US" dirty="0"/>
        </a:p>
      </dgm:t>
    </dgm:pt>
    <dgm:pt modelId="{5E0A0D6A-DA3E-434C-8827-A6DC756901D5}" type="parTrans" cxnId="{7A1C9D75-BCAC-42FF-BAE3-472330C8E637}">
      <dgm:prSet/>
      <dgm:spPr/>
      <dgm:t>
        <a:bodyPr/>
        <a:lstStyle/>
        <a:p>
          <a:endParaRPr lang="en-US"/>
        </a:p>
      </dgm:t>
    </dgm:pt>
    <dgm:pt modelId="{45834559-4B1D-4BF2-B559-4F975ACEF5AE}" type="sibTrans" cxnId="{7A1C9D75-BCAC-42FF-BAE3-472330C8E637}">
      <dgm:prSet/>
      <dgm:spPr/>
      <dgm:t>
        <a:bodyPr/>
        <a:lstStyle/>
        <a:p>
          <a:endParaRPr lang="en-US"/>
        </a:p>
      </dgm:t>
    </dgm:pt>
    <dgm:pt modelId="{E2343185-089A-4102-95CB-07A08956C809}">
      <dgm:prSet/>
      <dgm:spPr/>
      <dgm:t>
        <a:bodyPr/>
        <a:lstStyle/>
        <a:p>
          <a:r>
            <a:rPr lang="nl-BE" dirty="0"/>
            <a:t>Je kan ermee experimenteren</a:t>
          </a:r>
          <a:endParaRPr lang="en-US" dirty="0"/>
        </a:p>
      </dgm:t>
    </dgm:pt>
    <dgm:pt modelId="{9C3FB6C7-5357-4095-8D7C-182EADC89C66}" type="parTrans" cxnId="{E031561A-590F-45BB-B7FC-97BD169CA13D}">
      <dgm:prSet/>
      <dgm:spPr/>
      <dgm:t>
        <a:bodyPr/>
        <a:lstStyle/>
        <a:p>
          <a:endParaRPr lang="en-US"/>
        </a:p>
      </dgm:t>
    </dgm:pt>
    <dgm:pt modelId="{7CBAF52B-7DA9-4D62-A59F-DBF9307510CB}" type="sibTrans" cxnId="{E031561A-590F-45BB-B7FC-97BD169CA13D}">
      <dgm:prSet/>
      <dgm:spPr/>
      <dgm:t>
        <a:bodyPr/>
        <a:lstStyle/>
        <a:p>
          <a:endParaRPr lang="en-US"/>
        </a:p>
      </dgm:t>
    </dgm:pt>
    <dgm:pt modelId="{A9EE780B-AE67-4576-B224-D41F3681588D}">
      <dgm:prSet/>
      <dgm:spPr/>
      <dgm:t>
        <a:bodyPr/>
        <a:lstStyle/>
        <a:p>
          <a:r>
            <a:rPr lang="nl-BE"/>
            <a:t>Onderzoekers kunnen mee werken en experimenteren en stapjes uitvoeren</a:t>
          </a:r>
          <a:endParaRPr lang="en-US"/>
        </a:p>
      </dgm:t>
    </dgm:pt>
    <dgm:pt modelId="{8B81F52D-0D50-49A6-825F-C6A07EBBB540}" type="parTrans" cxnId="{4011FB62-9006-4A24-8462-BEC317B114C8}">
      <dgm:prSet/>
      <dgm:spPr/>
      <dgm:t>
        <a:bodyPr/>
        <a:lstStyle/>
        <a:p>
          <a:endParaRPr lang="en-US"/>
        </a:p>
      </dgm:t>
    </dgm:pt>
    <dgm:pt modelId="{233E6A63-6DA7-427E-92C5-AF617C79E5EB}" type="sibTrans" cxnId="{4011FB62-9006-4A24-8462-BEC317B114C8}">
      <dgm:prSet/>
      <dgm:spPr/>
      <dgm:t>
        <a:bodyPr/>
        <a:lstStyle/>
        <a:p>
          <a:endParaRPr lang="en-US"/>
        </a:p>
      </dgm:t>
    </dgm:pt>
    <dgm:pt modelId="{9E6F9122-F289-47DC-A909-00EDC8775E6C}">
      <dgm:prSet/>
      <dgm:spPr/>
      <dgm:t>
        <a:bodyPr/>
        <a:lstStyle/>
        <a:p>
          <a:r>
            <a:rPr lang="nl-BE" dirty="0"/>
            <a:t>Interne functies </a:t>
          </a:r>
          <a:endParaRPr lang="en-US" dirty="0"/>
        </a:p>
      </dgm:t>
    </dgm:pt>
    <dgm:pt modelId="{498D661E-8C52-41E9-BCD6-A5C705FB7C23}" type="parTrans" cxnId="{57FA1148-466A-49F9-8626-FC1A99392E69}">
      <dgm:prSet/>
      <dgm:spPr/>
      <dgm:t>
        <a:bodyPr/>
        <a:lstStyle/>
        <a:p>
          <a:endParaRPr lang="en-US"/>
        </a:p>
      </dgm:t>
    </dgm:pt>
    <dgm:pt modelId="{DED151D5-EA02-4BA9-B79B-653AE87CE1CA}" type="sibTrans" cxnId="{57FA1148-466A-49F9-8626-FC1A99392E69}">
      <dgm:prSet/>
      <dgm:spPr/>
      <dgm:t>
        <a:bodyPr/>
        <a:lstStyle/>
        <a:p>
          <a:endParaRPr lang="en-US"/>
        </a:p>
      </dgm:t>
    </dgm:pt>
    <dgm:pt modelId="{4CE01FF1-4FC9-42A3-BE14-8AE1807A8A67}">
      <dgm:prSet/>
      <dgm:spPr/>
      <dgm:t>
        <a:bodyPr/>
        <a:lstStyle/>
        <a:p>
          <a:r>
            <a:rPr lang="nl-BE"/>
            <a:t>Stapjes berekenen</a:t>
          </a:r>
          <a:endParaRPr lang="en-US"/>
        </a:p>
      </dgm:t>
    </dgm:pt>
    <dgm:pt modelId="{4447EDEA-3FB9-47ED-9E9B-CE2120DDFCB5}" type="parTrans" cxnId="{7ACEA5C8-6DF5-43C2-842E-0DD730D94A94}">
      <dgm:prSet/>
      <dgm:spPr/>
      <dgm:t>
        <a:bodyPr/>
        <a:lstStyle/>
        <a:p>
          <a:endParaRPr lang="en-US"/>
        </a:p>
      </dgm:t>
    </dgm:pt>
    <dgm:pt modelId="{B06162FB-72AA-476A-A1DB-FD03DC323A56}" type="sibTrans" cxnId="{7ACEA5C8-6DF5-43C2-842E-0DD730D94A94}">
      <dgm:prSet/>
      <dgm:spPr/>
      <dgm:t>
        <a:bodyPr/>
        <a:lstStyle/>
        <a:p>
          <a:endParaRPr lang="en-US"/>
        </a:p>
      </dgm:t>
    </dgm:pt>
    <dgm:pt modelId="{143C6C94-EB18-4E74-A4AF-AEE2DFA0F8B5}">
      <dgm:prSet/>
      <dgm:spPr/>
      <dgm:t>
        <a:bodyPr/>
        <a:lstStyle/>
        <a:p>
          <a:pPr>
            <a:defRPr b="1"/>
          </a:pPr>
          <a:r>
            <a:rPr lang="nl-BE" dirty="0"/>
            <a:t>Bridge: kan kiezen voor verschillende implementaties (vb. </a:t>
          </a:r>
          <a:r>
            <a:rPr lang="nl-BE" dirty="0" err="1"/>
            <a:t>parser</a:t>
          </a:r>
          <a:r>
            <a:rPr lang="nl-BE" dirty="0"/>
            <a:t>)</a:t>
          </a:r>
          <a:endParaRPr lang="en-US" dirty="0"/>
        </a:p>
      </dgm:t>
    </dgm:pt>
    <dgm:pt modelId="{533A0D9F-3B81-4D85-B314-AA13692010F0}" type="parTrans" cxnId="{A1F46311-CB2B-4E1A-ABA3-8FCC4BA504C8}">
      <dgm:prSet/>
      <dgm:spPr/>
      <dgm:t>
        <a:bodyPr/>
        <a:lstStyle/>
        <a:p>
          <a:endParaRPr lang="en-US"/>
        </a:p>
      </dgm:t>
    </dgm:pt>
    <dgm:pt modelId="{A1FAD354-73D9-4F48-B121-3F668E7E390C}" type="sibTrans" cxnId="{A1F46311-CB2B-4E1A-ABA3-8FCC4BA504C8}">
      <dgm:prSet/>
      <dgm:spPr/>
      <dgm:t>
        <a:bodyPr/>
        <a:lstStyle/>
        <a:p>
          <a:endParaRPr lang="en-US"/>
        </a:p>
      </dgm:t>
    </dgm:pt>
    <dgm:pt modelId="{4907E70C-EE80-450A-8431-0985EDBC6178}">
      <dgm:prSet/>
      <dgm:spPr/>
      <dgm:t>
        <a:bodyPr/>
        <a:lstStyle/>
        <a:p>
          <a:r>
            <a:rPr lang="nl-BE"/>
            <a:t>Cellen onderscheiden</a:t>
          </a:r>
          <a:endParaRPr lang="en-US"/>
        </a:p>
      </dgm:t>
    </dgm:pt>
    <dgm:pt modelId="{619526EA-D321-499E-A769-C2AE5E7BA2C2}" type="parTrans" cxnId="{FFBBBDD0-0EAB-4F35-9A6D-30D4A28FB8F1}">
      <dgm:prSet/>
      <dgm:spPr/>
      <dgm:t>
        <a:bodyPr/>
        <a:lstStyle/>
        <a:p>
          <a:endParaRPr lang="en-US"/>
        </a:p>
      </dgm:t>
    </dgm:pt>
    <dgm:pt modelId="{AB18DE7B-6D2C-4B75-8AEE-49ED507988BD}" type="sibTrans" cxnId="{FFBBBDD0-0EAB-4F35-9A6D-30D4A28FB8F1}">
      <dgm:prSet/>
      <dgm:spPr/>
      <dgm:t>
        <a:bodyPr/>
        <a:lstStyle/>
        <a:p>
          <a:endParaRPr lang="en-US"/>
        </a:p>
      </dgm:t>
    </dgm:pt>
    <dgm:pt modelId="{F26003BE-F5B8-4BEE-B970-64CEDEA7D25B}">
      <dgm:prSet/>
      <dgm:spPr/>
      <dgm:t>
        <a:bodyPr/>
        <a:lstStyle/>
        <a:p>
          <a:r>
            <a:rPr lang="nl-BE" dirty="0"/>
            <a:t>Pythonscript genereren</a:t>
          </a:r>
          <a:endParaRPr lang="en-US" dirty="0"/>
        </a:p>
      </dgm:t>
    </dgm:pt>
    <dgm:pt modelId="{BFD4A970-BF30-48ED-9AC7-1A5A8DCF6AF8}" type="parTrans" cxnId="{42C28420-5157-4EAF-B646-1EC9C3121BC9}">
      <dgm:prSet/>
      <dgm:spPr/>
      <dgm:t>
        <a:bodyPr/>
        <a:lstStyle/>
        <a:p>
          <a:endParaRPr lang="en-US"/>
        </a:p>
      </dgm:t>
    </dgm:pt>
    <dgm:pt modelId="{19F56D1F-DFC5-4C4F-83DC-9EECAB661A5E}" type="sibTrans" cxnId="{42C28420-5157-4EAF-B646-1EC9C3121BC9}">
      <dgm:prSet/>
      <dgm:spPr/>
      <dgm:t>
        <a:bodyPr/>
        <a:lstStyle/>
        <a:p>
          <a:endParaRPr lang="en-US"/>
        </a:p>
      </dgm:t>
    </dgm:pt>
    <dgm:pt modelId="{8D3209EE-3D33-4978-B6EC-0647677F9424}" type="pres">
      <dgm:prSet presAssocID="{897F50FB-5B01-4A98-B977-92D4F2ABC80E}" presName="root" presStyleCnt="0">
        <dgm:presLayoutVars>
          <dgm:dir/>
          <dgm:resizeHandles val="exact"/>
        </dgm:presLayoutVars>
      </dgm:prSet>
      <dgm:spPr/>
    </dgm:pt>
    <dgm:pt modelId="{30D4D365-A254-40C5-8F6C-E48F14CDA9D8}" type="pres">
      <dgm:prSet presAssocID="{20F0E142-7865-4CB5-9793-84517A13A501}" presName="compNode" presStyleCnt="0"/>
      <dgm:spPr/>
    </dgm:pt>
    <dgm:pt modelId="{8EDE70BC-ABAE-4EA2-AEBE-8745489FBA2B}" type="pres">
      <dgm:prSet presAssocID="{20F0E142-7865-4CB5-9793-84517A13A501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olf"/>
        </a:ext>
      </dgm:extLst>
    </dgm:pt>
    <dgm:pt modelId="{B05E258F-86AC-4FE5-B487-6DCE7A453B8B}" type="pres">
      <dgm:prSet presAssocID="{20F0E142-7865-4CB5-9793-84517A13A501}" presName="iconSpace" presStyleCnt="0"/>
      <dgm:spPr/>
    </dgm:pt>
    <dgm:pt modelId="{38A034FE-0A09-4D2A-8EDF-8E674937BB62}" type="pres">
      <dgm:prSet presAssocID="{20F0E142-7865-4CB5-9793-84517A13A501}" presName="parTx" presStyleLbl="revTx" presStyleIdx="0" presStyleCnt="4">
        <dgm:presLayoutVars>
          <dgm:chMax val="0"/>
          <dgm:chPref val="0"/>
        </dgm:presLayoutVars>
      </dgm:prSet>
      <dgm:spPr/>
    </dgm:pt>
    <dgm:pt modelId="{F53157BF-F42A-4205-A353-58E5CDA7EE51}" type="pres">
      <dgm:prSet presAssocID="{20F0E142-7865-4CB5-9793-84517A13A501}" presName="txSpace" presStyleCnt="0"/>
      <dgm:spPr/>
    </dgm:pt>
    <dgm:pt modelId="{82811340-6DA1-4EBB-BAAA-1A7D684339A5}" type="pres">
      <dgm:prSet presAssocID="{20F0E142-7865-4CB5-9793-84517A13A501}" presName="desTx" presStyleLbl="revTx" presStyleIdx="1" presStyleCnt="4">
        <dgm:presLayoutVars/>
      </dgm:prSet>
      <dgm:spPr/>
    </dgm:pt>
    <dgm:pt modelId="{AE0BF9A9-EF1D-4DEC-9F43-F7419F49C825}" type="pres">
      <dgm:prSet presAssocID="{45834559-4B1D-4BF2-B559-4F975ACEF5AE}" presName="sibTrans" presStyleCnt="0"/>
      <dgm:spPr/>
    </dgm:pt>
    <dgm:pt modelId="{E8908668-079A-4BD8-931F-F42551BC28C1}" type="pres">
      <dgm:prSet presAssocID="{143C6C94-EB18-4E74-A4AF-AEE2DFA0F8B5}" presName="compNode" presStyleCnt="0"/>
      <dgm:spPr/>
    </dgm:pt>
    <dgm:pt modelId="{36C46047-1210-43A4-96C4-1D5EAC7BCAF5}" type="pres">
      <dgm:prSet presAssocID="{143C6C94-EB18-4E74-A4AF-AEE2DFA0F8B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7AC74A6-D0D6-48C5-A5F1-2B274631A637}" type="pres">
      <dgm:prSet presAssocID="{143C6C94-EB18-4E74-A4AF-AEE2DFA0F8B5}" presName="iconSpace" presStyleCnt="0"/>
      <dgm:spPr/>
    </dgm:pt>
    <dgm:pt modelId="{1CA08EDE-C9C4-4914-836B-B96374DBBC6F}" type="pres">
      <dgm:prSet presAssocID="{143C6C94-EB18-4E74-A4AF-AEE2DFA0F8B5}" presName="parTx" presStyleLbl="revTx" presStyleIdx="2" presStyleCnt="4">
        <dgm:presLayoutVars>
          <dgm:chMax val="0"/>
          <dgm:chPref val="0"/>
        </dgm:presLayoutVars>
      </dgm:prSet>
      <dgm:spPr/>
    </dgm:pt>
    <dgm:pt modelId="{C97E2D53-923C-4F36-907F-ED1991351834}" type="pres">
      <dgm:prSet presAssocID="{143C6C94-EB18-4E74-A4AF-AEE2DFA0F8B5}" presName="txSpace" presStyleCnt="0"/>
      <dgm:spPr/>
    </dgm:pt>
    <dgm:pt modelId="{25A716EC-1B9B-4E45-9F91-E496716D647D}" type="pres">
      <dgm:prSet presAssocID="{143C6C94-EB18-4E74-A4AF-AEE2DFA0F8B5}" presName="desTx" presStyleLbl="revTx" presStyleIdx="3" presStyleCnt="4">
        <dgm:presLayoutVars/>
      </dgm:prSet>
      <dgm:spPr/>
    </dgm:pt>
  </dgm:ptLst>
  <dgm:cxnLst>
    <dgm:cxn modelId="{3C0FF509-40DC-4E84-98CF-570B5243C974}" type="presOf" srcId="{E2343185-089A-4102-95CB-07A08956C809}" destId="{82811340-6DA1-4EBB-BAAA-1A7D684339A5}" srcOrd="0" destOrd="0" presId="urn:microsoft.com/office/officeart/2018/2/layout/IconLabelDescriptionList"/>
    <dgm:cxn modelId="{A1F46311-CB2B-4E1A-ABA3-8FCC4BA504C8}" srcId="{897F50FB-5B01-4A98-B977-92D4F2ABC80E}" destId="{143C6C94-EB18-4E74-A4AF-AEE2DFA0F8B5}" srcOrd="1" destOrd="0" parTransId="{533A0D9F-3B81-4D85-B314-AA13692010F0}" sibTransId="{A1FAD354-73D9-4F48-B121-3F668E7E390C}"/>
    <dgm:cxn modelId="{E031561A-590F-45BB-B7FC-97BD169CA13D}" srcId="{20F0E142-7865-4CB5-9793-84517A13A501}" destId="{E2343185-089A-4102-95CB-07A08956C809}" srcOrd="0" destOrd="0" parTransId="{9C3FB6C7-5357-4095-8D7C-182EADC89C66}" sibTransId="{7CBAF52B-7DA9-4D62-A59F-DBF9307510CB}"/>
    <dgm:cxn modelId="{42C28420-5157-4EAF-B646-1EC9C3121BC9}" srcId="{143C6C94-EB18-4E74-A4AF-AEE2DFA0F8B5}" destId="{F26003BE-F5B8-4BEE-B970-64CEDEA7D25B}" srcOrd="1" destOrd="0" parTransId="{BFD4A970-BF30-48ED-9AC7-1A5A8DCF6AF8}" sibTransId="{19F56D1F-DFC5-4C4F-83DC-9EECAB661A5E}"/>
    <dgm:cxn modelId="{AD89DE2A-FC20-44D7-B8CC-37EFCED8C364}" type="presOf" srcId="{9E6F9122-F289-47DC-A909-00EDC8775E6C}" destId="{82811340-6DA1-4EBB-BAAA-1A7D684339A5}" srcOrd="0" destOrd="2" presId="urn:microsoft.com/office/officeart/2018/2/layout/IconLabelDescriptionList"/>
    <dgm:cxn modelId="{4011FB62-9006-4A24-8462-BEC317B114C8}" srcId="{20F0E142-7865-4CB5-9793-84517A13A501}" destId="{A9EE780B-AE67-4576-B224-D41F3681588D}" srcOrd="1" destOrd="0" parTransId="{8B81F52D-0D50-49A6-825F-C6A07EBBB540}" sibTransId="{233E6A63-6DA7-427E-92C5-AF617C79E5EB}"/>
    <dgm:cxn modelId="{57FA1148-466A-49F9-8626-FC1A99392E69}" srcId="{20F0E142-7865-4CB5-9793-84517A13A501}" destId="{9E6F9122-F289-47DC-A909-00EDC8775E6C}" srcOrd="2" destOrd="0" parTransId="{498D661E-8C52-41E9-BCD6-A5C705FB7C23}" sibTransId="{DED151D5-EA02-4BA9-B79B-653AE87CE1CA}"/>
    <dgm:cxn modelId="{3EB05C6D-0013-4B25-83D1-63ED56C41DDA}" type="presOf" srcId="{A9EE780B-AE67-4576-B224-D41F3681588D}" destId="{82811340-6DA1-4EBB-BAAA-1A7D684339A5}" srcOrd="0" destOrd="1" presId="urn:microsoft.com/office/officeart/2018/2/layout/IconLabelDescriptionList"/>
    <dgm:cxn modelId="{7ED16472-8848-4510-A762-43846268C234}" type="presOf" srcId="{143C6C94-EB18-4E74-A4AF-AEE2DFA0F8B5}" destId="{1CA08EDE-C9C4-4914-836B-B96374DBBC6F}" srcOrd="0" destOrd="0" presId="urn:microsoft.com/office/officeart/2018/2/layout/IconLabelDescriptionList"/>
    <dgm:cxn modelId="{3D519973-3080-4218-95D1-4B5C7AB3E568}" type="presOf" srcId="{20F0E142-7865-4CB5-9793-84517A13A501}" destId="{38A034FE-0A09-4D2A-8EDF-8E674937BB62}" srcOrd="0" destOrd="0" presId="urn:microsoft.com/office/officeart/2018/2/layout/IconLabelDescriptionList"/>
    <dgm:cxn modelId="{7A1C9D75-BCAC-42FF-BAE3-472330C8E637}" srcId="{897F50FB-5B01-4A98-B977-92D4F2ABC80E}" destId="{20F0E142-7865-4CB5-9793-84517A13A501}" srcOrd="0" destOrd="0" parTransId="{5E0A0D6A-DA3E-434C-8827-A6DC756901D5}" sibTransId="{45834559-4B1D-4BF2-B559-4F975ACEF5AE}"/>
    <dgm:cxn modelId="{B0B10C86-662E-469B-84D6-5FBD0E21A9A9}" type="presOf" srcId="{F26003BE-F5B8-4BEE-B970-64CEDEA7D25B}" destId="{25A716EC-1B9B-4E45-9F91-E496716D647D}" srcOrd="0" destOrd="1" presId="urn:microsoft.com/office/officeart/2018/2/layout/IconLabelDescriptionList"/>
    <dgm:cxn modelId="{43FBB790-4119-4E77-AB72-A20D14692720}" type="presOf" srcId="{897F50FB-5B01-4A98-B977-92D4F2ABC80E}" destId="{8D3209EE-3D33-4978-B6EC-0647677F9424}" srcOrd="0" destOrd="0" presId="urn:microsoft.com/office/officeart/2018/2/layout/IconLabelDescriptionList"/>
    <dgm:cxn modelId="{B683469A-F4AF-4C3C-8B14-5D6A27784FE8}" type="presOf" srcId="{4907E70C-EE80-450A-8431-0985EDBC6178}" destId="{25A716EC-1B9B-4E45-9F91-E496716D647D}" srcOrd="0" destOrd="0" presId="urn:microsoft.com/office/officeart/2018/2/layout/IconLabelDescriptionList"/>
    <dgm:cxn modelId="{D70AA8B5-1127-4F13-9346-B138B8602943}" type="presOf" srcId="{4CE01FF1-4FC9-42A3-BE14-8AE1807A8A67}" destId="{82811340-6DA1-4EBB-BAAA-1A7D684339A5}" srcOrd="0" destOrd="3" presId="urn:microsoft.com/office/officeart/2018/2/layout/IconLabelDescriptionList"/>
    <dgm:cxn modelId="{7ACEA5C8-6DF5-43C2-842E-0DD730D94A94}" srcId="{20F0E142-7865-4CB5-9793-84517A13A501}" destId="{4CE01FF1-4FC9-42A3-BE14-8AE1807A8A67}" srcOrd="3" destOrd="0" parTransId="{4447EDEA-3FB9-47ED-9E9B-CE2120DDFCB5}" sibTransId="{B06162FB-72AA-476A-A1DB-FD03DC323A56}"/>
    <dgm:cxn modelId="{FFBBBDD0-0EAB-4F35-9A6D-30D4A28FB8F1}" srcId="{143C6C94-EB18-4E74-A4AF-AEE2DFA0F8B5}" destId="{4907E70C-EE80-450A-8431-0985EDBC6178}" srcOrd="0" destOrd="0" parTransId="{619526EA-D321-499E-A769-C2AE5E7BA2C2}" sibTransId="{AB18DE7B-6D2C-4B75-8AEE-49ED507988BD}"/>
    <dgm:cxn modelId="{9CA856CC-3ED3-492E-B466-3963CBF6293B}" type="presParOf" srcId="{8D3209EE-3D33-4978-B6EC-0647677F9424}" destId="{30D4D365-A254-40C5-8F6C-E48F14CDA9D8}" srcOrd="0" destOrd="0" presId="urn:microsoft.com/office/officeart/2018/2/layout/IconLabelDescriptionList"/>
    <dgm:cxn modelId="{C8C911BD-D1CA-40DE-A8FD-60511D335B92}" type="presParOf" srcId="{30D4D365-A254-40C5-8F6C-E48F14CDA9D8}" destId="{8EDE70BC-ABAE-4EA2-AEBE-8745489FBA2B}" srcOrd="0" destOrd="0" presId="urn:microsoft.com/office/officeart/2018/2/layout/IconLabelDescriptionList"/>
    <dgm:cxn modelId="{BD0C6C78-E0F3-4C31-8DFE-5C1EADF2D880}" type="presParOf" srcId="{30D4D365-A254-40C5-8F6C-E48F14CDA9D8}" destId="{B05E258F-86AC-4FE5-B487-6DCE7A453B8B}" srcOrd="1" destOrd="0" presId="urn:microsoft.com/office/officeart/2018/2/layout/IconLabelDescriptionList"/>
    <dgm:cxn modelId="{12057C74-B161-4B12-99B0-59D28F3BFF69}" type="presParOf" srcId="{30D4D365-A254-40C5-8F6C-E48F14CDA9D8}" destId="{38A034FE-0A09-4D2A-8EDF-8E674937BB62}" srcOrd="2" destOrd="0" presId="urn:microsoft.com/office/officeart/2018/2/layout/IconLabelDescriptionList"/>
    <dgm:cxn modelId="{0495F972-A2F2-4329-861C-8127594A9933}" type="presParOf" srcId="{30D4D365-A254-40C5-8F6C-E48F14CDA9D8}" destId="{F53157BF-F42A-4205-A353-58E5CDA7EE51}" srcOrd="3" destOrd="0" presId="urn:microsoft.com/office/officeart/2018/2/layout/IconLabelDescriptionList"/>
    <dgm:cxn modelId="{9A16BF10-BAA9-48DE-9BA3-6578182EA0D3}" type="presParOf" srcId="{30D4D365-A254-40C5-8F6C-E48F14CDA9D8}" destId="{82811340-6DA1-4EBB-BAAA-1A7D684339A5}" srcOrd="4" destOrd="0" presId="urn:microsoft.com/office/officeart/2018/2/layout/IconLabelDescriptionList"/>
    <dgm:cxn modelId="{314BF56A-E685-44A3-A7D0-491DD68FF737}" type="presParOf" srcId="{8D3209EE-3D33-4978-B6EC-0647677F9424}" destId="{AE0BF9A9-EF1D-4DEC-9F43-F7419F49C825}" srcOrd="1" destOrd="0" presId="urn:microsoft.com/office/officeart/2018/2/layout/IconLabelDescriptionList"/>
    <dgm:cxn modelId="{0C6553B7-9AAF-4319-B1FF-B3C91D57457C}" type="presParOf" srcId="{8D3209EE-3D33-4978-B6EC-0647677F9424}" destId="{E8908668-079A-4BD8-931F-F42551BC28C1}" srcOrd="2" destOrd="0" presId="urn:microsoft.com/office/officeart/2018/2/layout/IconLabelDescriptionList"/>
    <dgm:cxn modelId="{5D5413CE-69DF-4F38-9A02-73BF63E8A8C5}" type="presParOf" srcId="{E8908668-079A-4BD8-931F-F42551BC28C1}" destId="{36C46047-1210-43A4-96C4-1D5EAC7BCAF5}" srcOrd="0" destOrd="0" presId="urn:microsoft.com/office/officeart/2018/2/layout/IconLabelDescriptionList"/>
    <dgm:cxn modelId="{13CEDED5-F24D-4E9A-B119-783DE669C5ED}" type="presParOf" srcId="{E8908668-079A-4BD8-931F-F42551BC28C1}" destId="{A7AC74A6-D0D6-48C5-A5F1-2B274631A637}" srcOrd="1" destOrd="0" presId="urn:microsoft.com/office/officeart/2018/2/layout/IconLabelDescriptionList"/>
    <dgm:cxn modelId="{C0CA0991-AE7B-4E3A-B174-40198CD49DA5}" type="presParOf" srcId="{E8908668-079A-4BD8-931F-F42551BC28C1}" destId="{1CA08EDE-C9C4-4914-836B-B96374DBBC6F}" srcOrd="2" destOrd="0" presId="urn:microsoft.com/office/officeart/2018/2/layout/IconLabelDescriptionList"/>
    <dgm:cxn modelId="{BEBC3803-E816-4444-8593-6ADAE86DD7BA}" type="presParOf" srcId="{E8908668-079A-4BD8-931F-F42551BC28C1}" destId="{C97E2D53-923C-4F36-907F-ED1991351834}" srcOrd="3" destOrd="0" presId="urn:microsoft.com/office/officeart/2018/2/layout/IconLabelDescriptionList"/>
    <dgm:cxn modelId="{72B2791F-1D40-46AF-9E51-394C2ACDC7E0}" type="presParOf" srcId="{E8908668-079A-4BD8-931F-F42551BC28C1}" destId="{25A716EC-1B9B-4E45-9F91-E496716D647D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1B4160F-886D-4202-B9F9-42CE557FFE7D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6944AE7-E705-4F55-A19C-C7ACC83A62C3}">
      <dgm:prSet/>
      <dgm:spPr/>
      <dgm:t>
        <a:bodyPr/>
        <a:lstStyle/>
        <a:p>
          <a:pPr>
            <a:defRPr b="1"/>
          </a:pPr>
          <a:r>
            <a:rPr lang="nl-BE"/>
            <a:t>Aanpak onderzoek</a:t>
          </a:r>
          <a:endParaRPr lang="en-US"/>
        </a:p>
      </dgm:t>
    </dgm:pt>
    <dgm:pt modelId="{BDBF4335-6788-4C0A-B889-24810EFB64C1}" type="parTrans" cxnId="{46B7AA69-2F5A-42C7-9960-43A20F186BC5}">
      <dgm:prSet/>
      <dgm:spPr/>
      <dgm:t>
        <a:bodyPr/>
        <a:lstStyle/>
        <a:p>
          <a:endParaRPr lang="en-US"/>
        </a:p>
      </dgm:t>
    </dgm:pt>
    <dgm:pt modelId="{58356953-D8DC-4FFC-96C2-BBD4C1724314}" type="sibTrans" cxnId="{46B7AA69-2F5A-42C7-9960-43A20F186BC5}">
      <dgm:prSet/>
      <dgm:spPr/>
      <dgm:t>
        <a:bodyPr/>
        <a:lstStyle/>
        <a:p>
          <a:endParaRPr lang="en-US"/>
        </a:p>
      </dgm:t>
    </dgm:pt>
    <dgm:pt modelId="{21AAB674-B9E1-4CB9-9E19-C54EE0FC841D}">
      <dgm:prSet/>
      <dgm:spPr/>
      <dgm:t>
        <a:bodyPr/>
        <a:lstStyle/>
        <a:p>
          <a:r>
            <a:rPr lang="nl-BE" dirty="0"/>
            <a:t>Onderzoekers niet bevraagd </a:t>
          </a:r>
          <a:endParaRPr lang="en-US" dirty="0"/>
        </a:p>
      </dgm:t>
    </dgm:pt>
    <dgm:pt modelId="{F2DC2F08-D67D-4A66-92EF-E84A11311973}" type="parTrans" cxnId="{BBB3D426-9261-4255-922C-30933AD94357}">
      <dgm:prSet/>
      <dgm:spPr/>
      <dgm:t>
        <a:bodyPr/>
        <a:lstStyle/>
        <a:p>
          <a:endParaRPr lang="en-US"/>
        </a:p>
      </dgm:t>
    </dgm:pt>
    <dgm:pt modelId="{71A70CE9-47B0-4E58-84B7-CF078A0D9725}" type="sibTrans" cxnId="{BBB3D426-9261-4255-922C-30933AD94357}">
      <dgm:prSet/>
      <dgm:spPr/>
      <dgm:t>
        <a:bodyPr/>
        <a:lstStyle/>
        <a:p>
          <a:endParaRPr lang="en-US"/>
        </a:p>
      </dgm:t>
    </dgm:pt>
    <dgm:pt modelId="{9473209B-9C56-4135-A49A-4ACBCC721749}">
      <dgm:prSet/>
      <dgm:spPr/>
      <dgm:t>
        <a:bodyPr/>
        <a:lstStyle/>
        <a:p>
          <a:pPr>
            <a:defRPr b="1"/>
          </a:pPr>
          <a:r>
            <a:rPr lang="nl-BE"/>
            <a:t>Vervolgonderzoekmogelijkheden </a:t>
          </a:r>
          <a:endParaRPr lang="en-US"/>
        </a:p>
      </dgm:t>
    </dgm:pt>
    <dgm:pt modelId="{D7D78C94-2EF3-4CE4-9781-BE7551D5C098}" type="parTrans" cxnId="{E8ED04AD-C6EF-4654-83F9-393ADCA25B99}">
      <dgm:prSet/>
      <dgm:spPr/>
      <dgm:t>
        <a:bodyPr/>
        <a:lstStyle/>
        <a:p>
          <a:endParaRPr lang="en-US"/>
        </a:p>
      </dgm:t>
    </dgm:pt>
    <dgm:pt modelId="{0A97EB49-D0FE-42B0-B839-8DBE3F77E0C4}" type="sibTrans" cxnId="{E8ED04AD-C6EF-4654-83F9-393ADCA25B99}">
      <dgm:prSet/>
      <dgm:spPr/>
      <dgm:t>
        <a:bodyPr/>
        <a:lstStyle/>
        <a:p>
          <a:endParaRPr lang="en-US"/>
        </a:p>
      </dgm:t>
    </dgm:pt>
    <dgm:pt modelId="{BBDFF9DC-F710-4364-8A1B-779F8E5A34C7}">
      <dgm:prSet/>
      <dgm:spPr/>
      <dgm:t>
        <a:bodyPr/>
        <a:lstStyle/>
        <a:p>
          <a:r>
            <a:rPr lang="nl-BE" dirty="0"/>
            <a:t>Applicatie verder uitwerken</a:t>
          </a:r>
          <a:endParaRPr lang="en-US" dirty="0"/>
        </a:p>
      </dgm:t>
    </dgm:pt>
    <dgm:pt modelId="{C1759F0F-54FB-4E65-A083-845BC6E51D7D}" type="parTrans" cxnId="{45DEDA5E-AAFC-45D3-93C7-1E2CD1CB8EBA}">
      <dgm:prSet/>
      <dgm:spPr/>
      <dgm:t>
        <a:bodyPr/>
        <a:lstStyle/>
        <a:p>
          <a:endParaRPr lang="en-US"/>
        </a:p>
      </dgm:t>
    </dgm:pt>
    <dgm:pt modelId="{261FF99E-D5BB-43F0-B9DC-2F4EC425D53A}" type="sibTrans" cxnId="{45DEDA5E-AAFC-45D3-93C7-1E2CD1CB8EBA}">
      <dgm:prSet/>
      <dgm:spPr/>
      <dgm:t>
        <a:bodyPr/>
        <a:lstStyle/>
        <a:p>
          <a:endParaRPr lang="en-US"/>
        </a:p>
      </dgm:t>
    </dgm:pt>
    <dgm:pt modelId="{0D8110B9-E14B-403C-B0E0-A4E246679460}" type="pres">
      <dgm:prSet presAssocID="{B1B4160F-886D-4202-B9F9-42CE557FFE7D}" presName="root" presStyleCnt="0">
        <dgm:presLayoutVars>
          <dgm:dir/>
          <dgm:resizeHandles val="exact"/>
        </dgm:presLayoutVars>
      </dgm:prSet>
      <dgm:spPr/>
    </dgm:pt>
    <dgm:pt modelId="{B3C20E61-AD06-4DB4-A672-0055FEBA85C7}" type="pres">
      <dgm:prSet presAssocID="{F6944AE7-E705-4F55-A19C-C7ACC83A62C3}" presName="compNode" presStyleCnt="0"/>
      <dgm:spPr/>
    </dgm:pt>
    <dgm:pt modelId="{72A3B0F7-1A5F-485B-A9BA-F7E3F0F2246F}" type="pres">
      <dgm:prSet presAssocID="{F6944AE7-E705-4F55-A19C-C7ACC83A62C3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DB8BEE32-EE79-48B6-BDAE-4B1210AF3202}" type="pres">
      <dgm:prSet presAssocID="{F6944AE7-E705-4F55-A19C-C7ACC83A62C3}" presName="iconSpace" presStyleCnt="0"/>
      <dgm:spPr/>
    </dgm:pt>
    <dgm:pt modelId="{AFC64360-9E39-4460-97D4-A4755B42080A}" type="pres">
      <dgm:prSet presAssocID="{F6944AE7-E705-4F55-A19C-C7ACC83A62C3}" presName="parTx" presStyleLbl="revTx" presStyleIdx="0" presStyleCnt="4">
        <dgm:presLayoutVars>
          <dgm:chMax val="0"/>
          <dgm:chPref val="0"/>
        </dgm:presLayoutVars>
      </dgm:prSet>
      <dgm:spPr/>
    </dgm:pt>
    <dgm:pt modelId="{029CB594-737D-44C2-9BE2-BA16D481A064}" type="pres">
      <dgm:prSet presAssocID="{F6944AE7-E705-4F55-A19C-C7ACC83A62C3}" presName="txSpace" presStyleCnt="0"/>
      <dgm:spPr/>
    </dgm:pt>
    <dgm:pt modelId="{A44F3580-CCB6-417C-9C19-74DDB0567026}" type="pres">
      <dgm:prSet presAssocID="{F6944AE7-E705-4F55-A19C-C7ACC83A62C3}" presName="desTx" presStyleLbl="revTx" presStyleIdx="1" presStyleCnt="4">
        <dgm:presLayoutVars/>
      </dgm:prSet>
      <dgm:spPr/>
    </dgm:pt>
    <dgm:pt modelId="{AED9DDC9-3E33-4B3D-9100-30A42AA1544B}" type="pres">
      <dgm:prSet presAssocID="{58356953-D8DC-4FFC-96C2-BBD4C1724314}" presName="sibTrans" presStyleCnt="0"/>
      <dgm:spPr/>
    </dgm:pt>
    <dgm:pt modelId="{B2DEE2A8-8A65-46BF-8380-7214CF1042CC}" type="pres">
      <dgm:prSet presAssocID="{9473209B-9C56-4135-A49A-4ACBCC721749}" presName="compNode" presStyleCnt="0"/>
      <dgm:spPr/>
    </dgm:pt>
    <dgm:pt modelId="{B02FC861-14D6-4234-9B89-5B67C1558AA2}" type="pres">
      <dgm:prSet presAssocID="{9473209B-9C56-4135-A49A-4ACBCC721749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86550C4C-551E-4351-932B-7D10BBEFDEB9}" type="pres">
      <dgm:prSet presAssocID="{9473209B-9C56-4135-A49A-4ACBCC721749}" presName="iconSpace" presStyleCnt="0"/>
      <dgm:spPr/>
    </dgm:pt>
    <dgm:pt modelId="{0E16793B-E5A7-4F54-9C6A-0F34B59B2EFE}" type="pres">
      <dgm:prSet presAssocID="{9473209B-9C56-4135-A49A-4ACBCC721749}" presName="parTx" presStyleLbl="revTx" presStyleIdx="2" presStyleCnt="4">
        <dgm:presLayoutVars>
          <dgm:chMax val="0"/>
          <dgm:chPref val="0"/>
        </dgm:presLayoutVars>
      </dgm:prSet>
      <dgm:spPr/>
    </dgm:pt>
    <dgm:pt modelId="{4F2FAD00-FDFD-4679-A0ED-813B254B7349}" type="pres">
      <dgm:prSet presAssocID="{9473209B-9C56-4135-A49A-4ACBCC721749}" presName="txSpace" presStyleCnt="0"/>
      <dgm:spPr/>
    </dgm:pt>
    <dgm:pt modelId="{2D92D8E9-6A16-4B7A-8DF9-5E6809F48A13}" type="pres">
      <dgm:prSet presAssocID="{9473209B-9C56-4135-A49A-4ACBCC721749}" presName="desTx" presStyleLbl="revTx" presStyleIdx="3" presStyleCnt="4">
        <dgm:presLayoutVars/>
      </dgm:prSet>
      <dgm:spPr/>
    </dgm:pt>
  </dgm:ptLst>
  <dgm:cxnLst>
    <dgm:cxn modelId="{EA58FD1D-7D40-406E-BDE8-2768E92285BC}" type="presOf" srcId="{BBDFF9DC-F710-4364-8A1B-779F8E5A34C7}" destId="{2D92D8E9-6A16-4B7A-8DF9-5E6809F48A13}" srcOrd="0" destOrd="0" presId="urn:microsoft.com/office/officeart/2018/5/layout/CenteredIconLabelDescriptionList"/>
    <dgm:cxn modelId="{82A3CE26-E0B2-4341-8E05-3D5F2BE79271}" type="presOf" srcId="{21AAB674-B9E1-4CB9-9E19-C54EE0FC841D}" destId="{A44F3580-CCB6-417C-9C19-74DDB0567026}" srcOrd="0" destOrd="0" presId="urn:microsoft.com/office/officeart/2018/5/layout/CenteredIconLabelDescriptionList"/>
    <dgm:cxn modelId="{BBB3D426-9261-4255-922C-30933AD94357}" srcId="{F6944AE7-E705-4F55-A19C-C7ACC83A62C3}" destId="{21AAB674-B9E1-4CB9-9E19-C54EE0FC841D}" srcOrd="0" destOrd="0" parTransId="{F2DC2F08-D67D-4A66-92EF-E84A11311973}" sibTransId="{71A70CE9-47B0-4E58-84B7-CF078A0D9725}"/>
    <dgm:cxn modelId="{45DEDA5E-AAFC-45D3-93C7-1E2CD1CB8EBA}" srcId="{9473209B-9C56-4135-A49A-4ACBCC721749}" destId="{BBDFF9DC-F710-4364-8A1B-779F8E5A34C7}" srcOrd="0" destOrd="0" parTransId="{C1759F0F-54FB-4E65-A083-845BC6E51D7D}" sibTransId="{261FF99E-D5BB-43F0-B9DC-2F4EC425D53A}"/>
    <dgm:cxn modelId="{46B7AA69-2F5A-42C7-9960-43A20F186BC5}" srcId="{B1B4160F-886D-4202-B9F9-42CE557FFE7D}" destId="{F6944AE7-E705-4F55-A19C-C7ACC83A62C3}" srcOrd="0" destOrd="0" parTransId="{BDBF4335-6788-4C0A-B889-24810EFB64C1}" sibTransId="{58356953-D8DC-4FFC-96C2-BBD4C1724314}"/>
    <dgm:cxn modelId="{C410B671-57BC-484D-B03F-CA9131E0C626}" type="presOf" srcId="{B1B4160F-886D-4202-B9F9-42CE557FFE7D}" destId="{0D8110B9-E14B-403C-B0E0-A4E246679460}" srcOrd="0" destOrd="0" presId="urn:microsoft.com/office/officeart/2018/5/layout/CenteredIconLabelDescriptionList"/>
    <dgm:cxn modelId="{39F2A885-414B-42B8-955C-6D507C5B7090}" type="presOf" srcId="{F6944AE7-E705-4F55-A19C-C7ACC83A62C3}" destId="{AFC64360-9E39-4460-97D4-A4755B42080A}" srcOrd="0" destOrd="0" presId="urn:microsoft.com/office/officeart/2018/5/layout/CenteredIconLabelDescriptionList"/>
    <dgm:cxn modelId="{E8ED04AD-C6EF-4654-83F9-393ADCA25B99}" srcId="{B1B4160F-886D-4202-B9F9-42CE557FFE7D}" destId="{9473209B-9C56-4135-A49A-4ACBCC721749}" srcOrd="1" destOrd="0" parTransId="{D7D78C94-2EF3-4CE4-9781-BE7551D5C098}" sibTransId="{0A97EB49-D0FE-42B0-B839-8DBE3F77E0C4}"/>
    <dgm:cxn modelId="{433D18C2-E30A-459B-96EF-264899156013}" type="presOf" srcId="{9473209B-9C56-4135-A49A-4ACBCC721749}" destId="{0E16793B-E5A7-4F54-9C6A-0F34B59B2EFE}" srcOrd="0" destOrd="0" presId="urn:microsoft.com/office/officeart/2018/5/layout/CenteredIconLabelDescriptionList"/>
    <dgm:cxn modelId="{1099E42D-EFC5-40F0-826C-9307D722ED80}" type="presParOf" srcId="{0D8110B9-E14B-403C-B0E0-A4E246679460}" destId="{B3C20E61-AD06-4DB4-A672-0055FEBA85C7}" srcOrd="0" destOrd="0" presId="urn:microsoft.com/office/officeart/2018/5/layout/CenteredIconLabelDescriptionList"/>
    <dgm:cxn modelId="{E08D384D-F960-49F3-AB43-E873DDE84287}" type="presParOf" srcId="{B3C20E61-AD06-4DB4-A672-0055FEBA85C7}" destId="{72A3B0F7-1A5F-485B-A9BA-F7E3F0F2246F}" srcOrd="0" destOrd="0" presId="urn:microsoft.com/office/officeart/2018/5/layout/CenteredIconLabelDescriptionList"/>
    <dgm:cxn modelId="{671E40B2-DE69-4F37-8C38-5BC8C58C487A}" type="presParOf" srcId="{B3C20E61-AD06-4DB4-A672-0055FEBA85C7}" destId="{DB8BEE32-EE79-48B6-BDAE-4B1210AF3202}" srcOrd="1" destOrd="0" presId="urn:microsoft.com/office/officeart/2018/5/layout/CenteredIconLabelDescriptionList"/>
    <dgm:cxn modelId="{943CF701-36FD-4655-A521-6053D937D343}" type="presParOf" srcId="{B3C20E61-AD06-4DB4-A672-0055FEBA85C7}" destId="{AFC64360-9E39-4460-97D4-A4755B42080A}" srcOrd="2" destOrd="0" presId="urn:microsoft.com/office/officeart/2018/5/layout/CenteredIconLabelDescriptionList"/>
    <dgm:cxn modelId="{C6278321-FC24-4683-A302-87A8D3832D2B}" type="presParOf" srcId="{B3C20E61-AD06-4DB4-A672-0055FEBA85C7}" destId="{029CB594-737D-44C2-9BE2-BA16D481A064}" srcOrd="3" destOrd="0" presId="urn:microsoft.com/office/officeart/2018/5/layout/CenteredIconLabelDescriptionList"/>
    <dgm:cxn modelId="{2E6CEE33-EF8D-4D44-8854-C76711F21E7B}" type="presParOf" srcId="{B3C20E61-AD06-4DB4-A672-0055FEBA85C7}" destId="{A44F3580-CCB6-417C-9C19-74DDB0567026}" srcOrd="4" destOrd="0" presId="urn:microsoft.com/office/officeart/2018/5/layout/CenteredIconLabelDescriptionList"/>
    <dgm:cxn modelId="{04F9A4E7-F7E8-40D8-A1B9-49CFE6FFAF11}" type="presParOf" srcId="{0D8110B9-E14B-403C-B0E0-A4E246679460}" destId="{AED9DDC9-3E33-4B3D-9100-30A42AA1544B}" srcOrd="1" destOrd="0" presId="urn:microsoft.com/office/officeart/2018/5/layout/CenteredIconLabelDescriptionList"/>
    <dgm:cxn modelId="{8D5A5180-4023-431B-8BEF-CF471287E72B}" type="presParOf" srcId="{0D8110B9-E14B-403C-B0E0-A4E246679460}" destId="{B2DEE2A8-8A65-46BF-8380-7214CF1042CC}" srcOrd="2" destOrd="0" presId="urn:microsoft.com/office/officeart/2018/5/layout/CenteredIconLabelDescriptionList"/>
    <dgm:cxn modelId="{99501F0F-0724-4AB6-B9BE-55D68896F1D9}" type="presParOf" srcId="{B2DEE2A8-8A65-46BF-8380-7214CF1042CC}" destId="{B02FC861-14D6-4234-9B89-5B67C1558AA2}" srcOrd="0" destOrd="0" presId="urn:microsoft.com/office/officeart/2018/5/layout/CenteredIconLabelDescriptionList"/>
    <dgm:cxn modelId="{EAAA903A-A827-461E-8A03-EE5483BFC10A}" type="presParOf" srcId="{B2DEE2A8-8A65-46BF-8380-7214CF1042CC}" destId="{86550C4C-551E-4351-932B-7D10BBEFDEB9}" srcOrd="1" destOrd="0" presId="urn:microsoft.com/office/officeart/2018/5/layout/CenteredIconLabelDescriptionList"/>
    <dgm:cxn modelId="{99048429-5ED5-4E0C-9CE8-14CB7FD2DCA5}" type="presParOf" srcId="{B2DEE2A8-8A65-46BF-8380-7214CF1042CC}" destId="{0E16793B-E5A7-4F54-9C6A-0F34B59B2EFE}" srcOrd="2" destOrd="0" presId="urn:microsoft.com/office/officeart/2018/5/layout/CenteredIconLabelDescriptionList"/>
    <dgm:cxn modelId="{0A818D1E-23DD-4628-A985-0BBF3419A271}" type="presParOf" srcId="{B2DEE2A8-8A65-46BF-8380-7214CF1042CC}" destId="{4F2FAD00-FDFD-4679-A0ED-813B254B7349}" srcOrd="3" destOrd="0" presId="urn:microsoft.com/office/officeart/2018/5/layout/CenteredIconLabelDescriptionList"/>
    <dgm:cxn modelId="{D79D886F-CF1E-48DD-8C74-D07892E1664B}" type="presParOf" srcId="{B2DEE2A8-8A65-46BF-8380-7214CF1042CC}" destId="{2D92D8E9-6A16-4B7A-8DF9-5E6809F48A13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DE70BC-ABAE-4EA2-AEBE-8745489FBA2B}">
      <dsp:nvSpPr>
        <dsp:cNvPr id="0" name=""/>
        <dsp:cNvSpPr/>
      </dsp:nvSpPr>
      <dsp:spPr>
        <a:xfrm>
          <a:off x="111066" y="271233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034FE-0A09-4D2A-8EDF-8E674937BB62}">
      <dsp:nvSpPr>
        <dsp:cNvPr id="0" name=""/>
        <dsp:cNvSpPr/>
      </dsp:nvSpPr>
      <dsp:spPr>
        <a:xfrm>
          <a:off x="111066" y="193592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1900" kern="1200" dirty="0"/>
            <a:t>Bewezen C# </a:t>
          </a:r>
          <a:r>
            <a:rPr lang="nl-BE" sz="1900" kern="1200" dirty="0" err="1"/>
            <a:t>dll’s</a:t>
          </a:r>
          <a:r>
            <a:rPr lang="nl-BE" sz="1900" kern="1200" dirty="0"/>
            <a:t> kunnen in </a:t>
          </a:r>
          <a:r>
            <a:rPr lang="nl-BE" sz="1900" kern="1200" dirty="0" err="1"/>
            <a:t>jupyter</a:t>
          </a:r>
          <a:r>
            <a:rPr lang="nl-BE" sz="1900" kern="1200" dirty="0"/>
            <a:t> notebooks</a:t>
          </a:r>
          <a:endParaRPr lang="en-US" sz="1900" kern="1200" dirty="0"/>
        </a:p>
      </dsp:txBody>
      <dsp:txXfrm>
        <a:off x="111066" y="1935926"/>
        <a:ext cx="4320000" cy="648000"/>
      </dsp:txXfrm>
    </dsp:sp>
    <dsp:sp modelId="{82811340-6DA1-4EBB-BAAA-1A7D684339A5}">
      <dsp:nvSpPr>
        <dsp:cNvPr id="0" name=""/>
        <dsp:cNvSpPr/>
      </dsp:nvSpPr>
      <dsp:spPr>
        <a:xfrm>
          <a:off x="111066" y="2654947"/>
          <a:ext cx="4320000" cy="11673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Je kan ermee experimenteren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Onderzoekers kunnen mee werken en experimenteren en stapjes uitvoeren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Interne functies 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Stapjes berekenen</a:t>
          </a:r>
          <a:endParaRPr lang="en-US" sz="1400" kern="1200"/>
        </a:p>
      </dsp:txBody>
      <dsp:txXfrm>
        <a:off x="111066" y="2654947"/>
        <a:ext cx="4320000" cy="1167301"/>
      </dsp:txXfrm>
    </dsp:sp>
    <dsp:sp modelId="{36C46047-1210-43A4-96C4-1D5EAC7BCAF5}">
      <dsp:nvSpPr>
        <dsp:cNvPr id="0" name=""/>
        <dsp:cNvSpPr/>
      </dsp:nvSpPr>
      <dsp:spPr>
        <a:xfrm>
          <a:off x="5187066" y="271233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A08EDE-C9C4-4914-836B-B96374DBBC6F}">
      <dsp:nvSpPr>
        <dsp:cNvPr id="0" name=""/>
        <dsp:cNvSpPr/>
      </dsp:nvSpPr>
      <dsp:spPr>
        <a:xfrm>
          <a:off x="5187066" y="193592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1900" kern="1200" dirty="0"/>
            <a:t>Bridge: kan kiezen voor verschillende implementaties (vb. </a:t>
          </a:r>
          <a:r>
            <a:rPr lang="nl-BE" sz="1900" kern="1200" dirty="0" err="1"/>
            <a:t>parser</a:t>
          </a:r>
          <a:r>
            <a:rPr lang="nl-BE" sz="1900" kern="1200" dirty="0"/>
            <a:t>)</a:t>
          </a:r>
          <a:endParaRPr lang="en-US" sz="1900" kern="1200" dirty="0"/>
        </a:p>
      </dsp:txBody>
      <dsp:txXfrm>
        <a:off x="5187066" y="1935926"/>
        <a:ext cx="4320000" cy="648000"/>
      </dsp:txXfrm>
    </dsp:sp>
    <dsp:sp modelId="{25A716EC-1B9B-4E45-9F91-E496716D647D}">
      <dsp:nvSpPr>
        <dsp:cNvPr id="0" name=""/>
        <dsp:cNvSpPr/>
      </dsp:nvSpPr>
      <dsp:spPr>
        <a:xfrm>
          <a:off x="5187066" y="2654947"/>
          <a:ext cx="4320000" cy="11673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Cellen onderscheiden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Pythonscript genereren</a:t>
          </a:r>
          <a:endParaRPr lang="en-US" sz="1400" kern="1200" dirty="0"/>
        </a:p>
      </dsp:txBody>
      <dsp:txXfrm>
        <a:off x="5187066" y="2654947"/>
        <a:ext cx="4320000" cy="11673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A3B0F7-1A5F-485B-A9BA-F7E3F0F2246F}">
      <dsp:nvSpPr>
        <dsp:cNvPr id="0" name=""/>
        <dsp:cNvSpPr/>
      </dsp:nvSpPr>
      <dsp:spPr>
        <a:xfrm>
          <a:off x="1515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C64360-9E39-4460-97D4-A4755B42080A}">
      <dsp:nvSpPr>
        <dsp:cNvPr id="0" name=""/>
        <dsp:cNvSpPr/>
      </dsp:nvSpPr>
      <dsp:spPr>
        <a:xfrm>
          <a:off x="111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Aanpak onderzoek</a:t>
          </a:r>
          <a:endParaRPr lang="en-US" sz="2200" kern="1200"/>
        </a:p>
      </dsp:txBody>
      <dsp:txXfrm>
        <a:off x="111066" y="2293537"/>
        <a:ext cx="4320000" cy="648000"/>
      </dsp:txXfrm>
    </dsp:sp>
    <dsp:sp modelId="{A44F3580-CCB6-417C-9C19-74DDB0567026}">
      <dsp:nvSpPr>
        <dsp:cNvPr id="0" name=""/>
        <dsp:cNvSpPr/>
      </dsp:nvSpPr>
      <dsp:spPr>
        <a:xfrm>
          <a:off x="111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Onderzoekers niet bevraagd </a:t>
          </a:r>
          <a:endParaRPr lang="en-US" sz="1700" kern="1200" dirty="0"/>
        </a:p>
      </dsp:txBody>
      <dsp:txXfrm>
        <a:off x="111066" y="2996907"/>
        <a:ext cx="4320000" cy="434081"/>
      </dsp:txXfrm>
    </dsp:sp>
    <dsp:sp modelId="{B02FC861-14D6-4234-9B89-5B67C1558AA2}">
      <dsp:nvSpPr>
        <dsp:cNvPr id="0" name=""/>
        <dsp:cNvSpPr/>
      </dsp:nvSpPr>
      <dsp:spPr>
        <a:xfrm>
          <a:off x="6591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16793B-E5A7-4F54-9C6A-0F34B59B2EFE}">
      <dsp:nvSpPr>
        <dsp:cNvPr id="0" name=""/>
        <dsp:cNvSpPr/>
      </dsp:nvSpPr>
      <dsp:spPr>
        <a:xfrm>
          <a:off x="5187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Vervolgonderzoekmogelijkheden </a:t>
          </a:r>
          <a:endParaRPr lang="en-US" sz="2200" kern="1200"/>
        </a:p>
      </dsp:txBody>
      <dsp:txXfrm>
        <a:off x="5187066" y="2293537"/>
        <a:ext cx="4320000" cy="648000"/>
      </dsp:txXfrm>
    </dsp:sp>
    <dsp:sp modelId="{2D92D8E9-6A16-4B7A-8DF9-5E6809F48A13}">
      <dsp:nvSpPr>
        <dsp:cNvPr id="0" name=""/>
        <dsp:cNvSpPr/>
      </dsp:nvSpPr>
      <dsp:spPr>
        <a:xfrm>
          <a:off x="5187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Applicatie verder uitwerken</a:t>
          </a:r>
          <a:endParaRPr lang="en-US" sz="1700" kern="1200" dirty="0"/>
        </a:p>
      </dsp:txBody>
      <dsp:txXfrm>
        <a:off x="5187066" y="2996907"/>
        <a:ext cx="4320000" cy="4340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5F36DF-8380-4B0F-8D54-0FCC987B3C4D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22E9B-5DD8-4C99-9DD5-7C1DC1A9490C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99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Goede </a:t>
            </a:r>
            <a:r>
              <a:rPr lang="en-US" dirty="0" err="1"/>
              <a:t>middag</a:t>
            </a:r>
            <a:r>
              <a:rPr lang="en-US" dirty="0"/>
              <a:t>, </a:t>
            </a:r>
            <a:r>
              <a:rPr lang="en-US" dirty="0" err="1"/>
              <a:t>mijn</a:t>
            </a:r>
            <a:r>
              <a:rPr lang="en-US" dirty="0"/>
              <a:t> naam is Caradoc Roetynck. Binnen ILVO is 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groot</a:t>
            </a:r>
            <a:r>
              <a:rPr lang="en-US" dirty="0"/>
              <a:t> project </a:t>
            </a:r>
            <a:r>
              <a:rPr lang="en-US" dirty="0" err="1"/>
              <a:t>genoemd</a:t>
            </a:r>
            <a:r>
              <a:rPr lang="en-US" dirty="0"/>
              <a:t> EMAV. Het </a:t>
            </a:r>
            <a:r>
              <a:rPr lang="en-US" dirty="0" err="1"/>
              <a:t>Emissie</a:t>
            </a:r>
            <a:r>
              <a:rPr lang="en-US" dirty="0"/>
              <a:t> Model </a:t>
            </a:r>
            <a:r>
              <a:rPr lang="en-US" dirty="0" err="1"/>
              <a:t>Ammoniak</a:t>
            </a:r>
            <a:r>
              <a:rPr lang="en-US" dirty="0"/>
              <a:t> Vlaanderen. </a:t>
            </a:r>
            <a:r>
              <a:rPr lang="en-US" dirty="0" err="1"/>
              <a:t>Hierin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input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reken</a:t>
            </a:r>
            <a:r>
              <a:rPr lang="en-US" dirty="0"/>
              <a:t> parameters </a:t>
            </a:r>
            <a:r>
              <a:rPr lang="en-US" dirty="0" err="1"/>
              <a:t>emissies</a:t>
            </a:r>
            <a:r>
              <a:rPr lang="en-US" dirty="0"/>
              <a:t> van </a:t>
            </a:r>
            <a:r>
              <a:rPr lang="en-US" dirty="0" err="1"/>
              <a:t>landbouw</a:t>
            </a:r>
            <a:r>
              <a:rPr lang="en-US" dirty="0"/>
              <a:t> </a:t>
            </a:r>
            <a:r>
              <a:rPr lang="en-US" dirty="0" err="1"/>
              <a:t>berekend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Maar 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probleem</a:t>
            </a:r>
            <a:r>
              <a:rPr lang="en-US" dirty="0"/>
              <a:t>. De </a:t>
            </a:r>
            <a:r>
              <a:rPr lang="en-US" dirty="0" err="1"/>
              <a:t>onderzoekers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op punt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 developers </a:t>
            </a:r>
            <a:r>
              <a:rPr lang="en-US" dirty="0" err="1"/>
              <a:t>spreken</a:t>
            </a:r>
            <a:r>
              <a:rPr lang="en-US" dirty="0"/>
              <a:t> </a:t>
            </a:r>
            <a:r>
              <a:rPr lang="en-US" dirty="0" err="1"/>
              <a:t>fundamenteel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Andere taal.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focust</a:t>
            </a:r>
            <a:r>
              <a:rPr lang="en-US" dirty="0"/>
              <a:t> op die kloof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verkleinen</a:t>
            </a:r>
            <a:r>
              <a:rPr lang="en-US" dirty="0"/>
              <a:t>.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3405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 </a:t>
            </a:r>
            <a:r>
              <a:rPr lang="en-US" dirty="0" err="1"/>
              <a:t>huidige</a:t>
            </a:r>
            <a:r>
              <a:rPr lang="en-US" dirty="0"/>
              <a:t>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de </a:t>
            </a:r>
            <a:r>
              <a:rPr lang="en-US" dirty="0" err="1"/>
              <a:t>formules</a:t>
            </a:r>
            <a:r>
              <a:rPr lang="en-US" dirty="0"/>
              <a:t> over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spreekwoordelijke</a:t>
            </a:r>
            <a:r>
              <a:rPr lang="en-US" dirty="0"/>
              <a:t> </a:t>
            </a:r>
            <a:r>
              <a:rPr lang="en-US" dirty="0" err="1"/>
              <a:t>muur</a:t>
            </a:r>
            <a:r>
              <a:rPr lang="en-US" dirty="0"/>
              <a:t> </a:t>
            </a:r>
            <a:r>
              <a:rPr lang="en-US" dirty="0" err="1"/>
              <a:t>gegooit</a:t>
            </a:r>
            <a:r>
              <a:rPr lang="en-US" dirty="0"/>
              <a:t>.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leveren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, de developers </a:t>
            </a:r>
            <a:r>
              <a:rPr lang="en-US" dirty="0" err="1"/>
              <a:t>zetten</a:t>
            </a:r>
            <a:r>
              <a:rPr lang="en-US" dirty="0"/>
              <a:t> die om </a:t>
            </a:r>
            <a:r>
              <a:rPr lang="en-US" dirty="0" err="1"/>
              <a:t>naar</a:t>
            </a:r>
            <a:r>
              <a:rPr lang="en-US" dirty="0"/>
              <a:t> C# code.</a:t>
            </a:r>
          </a:p>
          <a:p>
            <a:r>
              <a:rPr lang="en-US" dirty="0"/>
              <a:t>Wilt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Kleine </a:t>
            </a:r>
            <a:r>
              <a:rPr lang="en-US" dirty="0" err="1"/>
              <a:t>verandering</a:t>
            </a:r>
            <a:r>
              <a:rPr lang="en-US" dirty="0"/>
              <a:t> </a:t>
            </a:r>
            <a:r>
              <a:rPr lang="en-US" dirty="0" err="1"/>
              <a:t>aanpassen</a:t>
            </a:r>
            <a:r>
              <a:rPr lang="en-US" dirty="0"/>
              <a:t>, </a:t>
            </a:r>
            <a:r>
              <a:rPr lang="en-US" dirty="0" err="1"/>
              <a:t>moeten</a:t>
            </a:r>
            <a:r>
              <a:rPr lang="en-US" dirty="0"/>
              <a:t> ze </a:t>
            </a:r>
            <a:r>
              <a:rPr lang="en-US" dirty="0" err="1"/>
              <a:t>toch</a:t>
            </a:r>
            <a:r>
              <a:rPr lang="en-US" dirty="0"/>
              <a:t> </a:t>
            </a:r>
            <a:r>
              <a:rPr lang="en-US" dirty="0" err="1"/>
              <a:t>enige</a:t>
            </a:r>
            <a:r>
              <a:rPr lang="en-US" dirty="0"/>
              <a:t> </a:t>
            </a:r>
            <a:r>
              <a:rPr lang="en-US" dirty="0" err="1"/>
              <a:t>tijd</a:t>
            </a:r>
            <a:r>
              <a:rPr lang="en-US" dirty="0"/>
              <a:t> </a:t>
            </a:r>
            <a:r>
              <a:rPr lang="en-US" dirty="0" err="1"/>
              <a:t>wachten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IT-ticket.</a:t>
            </a:r>
          </a:p>
          <a:p>
            <a:endParaRPr lang="en-US" dirty="0"/>
          </a:p>
          <a:p>
            <a:r>
              <a:rPr lang="en-US" dirty="0"/>
              <a:t>Dit process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traag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, </a:t>
            </a:r>
            <a:r>
              <a:rPr lang="en-US" dirty="0" err="1"/>
              <a:t>foutgevoelig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zorgen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‘documentation drift’. </a:t>
            </a:r>
            <a:r>
              <a:rPr lang="en-US" dirty="0" err="1"/>
              <a:t>Waarbij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klopt</a:t>
            </a:r>
            <a:r>
              <a:rPr lang="en-US" dirty="0"/>
              <a:t> met wat de code </a:t>
            </a:r>
            <a:r>
              <a:rPr lang="en-US" dirty="0" err="1"/>
              <a:t>doet</a:t>
            </a:r>
            <a:r>
              <a:rPr lang="en-US" dirty="0"/>
              <a:t>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8969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3306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onderzoeks</a:t>
            </a:r>
            <a:r>
              <a:rPr lang="en-US" dirty="0"/>
              <a:t> </a:t>
            </a:r>
            <a:r>
              <a:rPr lang="en-US" dirty="0" err="1"/>
              <a:t>vraag</a:t>
            </a:r>
            <a:r>
              <a:rPr lang="en-US" dirty="0"/>
              <a:t> </a:t>
            </a:r>
            <a:r>
              <a:rPr lang="en-US" dirty="0" err="1"/>
              <a:t>komt</a:t>
            </a:r>
            <a:r>
              <a:rPr lang="en-US" dirty="0"/>
              <a:t> </a:t>
            </a:r>
            <a:r>
              <a:rPr lang="en-US" dirty="0" err="1"/>
              <a:t>neer</a:t>
            </a:r>
            <a:r>
              <a:rPr lang="en-US" dirty="0"/>
              <a:t> op ‘hoe </a:t>
            </a:r>
            <a:r>
              <a:rPr lang="en-US" dirty="0" err="1"/>
              <a:t>kunnen</a:t>
            </a:r>
            <a:r>
              <a:rPr lang="en-US" dirty="0"/>
              <a:t> we die black box </a:t>
            </a:r>
            <a:r>
              <a:rPr lang="en-US" dirty="0" err="1"/>
              <a:t>breken</a:t>
            </a:r>
            <a:r>
              <a:rPr lang="en-US" dirty="0"/>
              <a:t>’.</a:t>
            </a:r>
          </a:p>
          <a:p>
            <a:r>
              <a:rPr lang="en-US" dirty="0"/>
              <a:t>Ik </a:t>
            </a:r>
            <a:r>
              <a:rPr lang="en-US" dirty="0" err="1"/>
              <a:t>heb</a:t>
            </a:r>
            <a:r>
              <a:rPr lang="en-US" dirty="0"/>
              <a:t> </a:t>
            </a:r>
            <a:r>
              <a:rPr lang="en-US" dirty="0" err="1"/>
              <a:t>gekozen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aanpak</a:t>
            </a:r>
            <a:r>
              <a:rPr lang="en-US" dirty="0"/>
              <a:t>. We </a:t>
            </a:r>
            <a:r>
              <a:rPr lang="en-US" dirty="0" err="1"/>
              <a:t>gebruiken</a:t>
            </a:r>
            <a:r>
              <a:rPr lang="en-US" dirty="0"/>
              <a:t> de Kracht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stabiliteit</a:t>
            </a:r>
            <a:r>
              <a:rPr lang="en-US" dirty="0"/>
              <a:t> van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backend.</a:t>
            </a:r>
          </a:p>
          <a:p>
            <a:r>
              <a:rPr lang="en-US" dirty="0"/>
              <a:t>Maar we </a:t>
            </a:r>
            <a:r>
              <a:rPr lang="en-US" dirty="0" err="1"/>
              <a:t>ontsluiten</a:t>
            </a:r>
            <a:r>
              <a:rPr lang="en-US" dirty="0"/>
              <a:t> die via </a:t>
            </a:r>
            <a:r>
              <a:rPr lang="en-US" dirty="0" err="1"/>
              <a:t>een</a:t>
            </a:r>
            <a:r>
              <a:rPr lang="en-US" dirty="0"/>
              <a:t> interface die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wel</a:t>
            </a:r>
            <a:r>
              <a:rPr lang="en-US" dirty="0"/>
              <a:t> </a:t>
            </a:r>
            <a:r>
              <a:rPr lang="en-US" dirty="0" err="1"/>
              <a:t>kennen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Python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notebooks.</a:t>
            </a:r>
            <a:endParaRPr lang="nl-BE" dirty="0"/>
          </a:p>
          <a:p>
            <a:endParaRPr lang="nl-BE" dirty="0"/>
          </a:p>
          <a:p>
            <a:r>
              <a:rPr lang="nl-BE" dirty="0"/>
              <a:t>EMAV ondergaat een architectuur verandering. Van een client </a:t>
            </a:r>
            <a:r>
              <a:rPr lang="nl-BE" dirty="0" err="1"/>
              <a:t>pgrogramma</a:t>
            </a:r>
            <a:r>
              <a:rPr lang="nl-BE" dirty="0"/>
              <a:t> naar een web-</a:t>
            </a:r>
            <a:r>
              <a:rPr lang="nl-BE" dirty="0" err="1"/>
              <a:t>based</a:t>
            </a:r>
            <a:r>
              <a:rPr lang="nl-BE" dirty="0"/>
              <a:t> programma.</a:t>
            </a:r>
          </a:p>
          <a:p>
            <a:endParaRPr lang="nl-BE" dirty="0"/>
          </a:p>
          <a:p>
            <a:r>
              <a:rPr lang="nl-BE" dirty="0"/>
              <a:t>Dit draait niet lokaal op de laptop van de onderzoekers. Maar op een server.</a:t>
            </a:r>
          </a:p>
          <a:p>
            <a:endParaRPr lang="nl-BE" dirty="0"/>
          </a:p>
          <a:p>
            <a:r>
              <a:rPr lang="nl-BE" dirty="0"/>
              <a:t>Wanneer de onderzoekers een experiment willen starten </a:t>
            </a:r>
            <a:r>
              <a:rPr lang="nl-BE" dirty="0" err="1"/>
              <a:t>streedt</a:t>
            </a:r>
            <a:r>
              <a:rPr lang="nl-BE" dirty="0"/>
              <a:t> het systeem in werking:</a:t>
            </a:r>
          </a:p>
          <a:p>
            <a:endParaRPr lang="nl-BE" dirty="0"/>
          </a:p>
          <a:p>
            <a:pPr marL="228600" indent="-228600">
              <a:buAutoNum type="arabicPeriod"/>
            </a:pPr>
            <a:r>
              <a:rPr lang="nl-BE" dirty="0"/>
              <a:t>De server gebruikt de </a:t>
            </a:r>
            <a:r>
              <a:rPr lang="nl-BE" dirty="0" err="1"/>
              <a:t>Docker.DotNet</a:t>
            </a:r>
            <a:r>
              <a:rPr lang="nl-BE" dirty="0"/>
              <a:t> API om een volledige geïsoleerde zandbak op te spinnen</a:t>
            </a:r>
          </a:p>
          <a:p>
            <a:pPr marL="228600" indent="-228600">
              <a:buAutoNum type="arabicPeriod"/>
            </a:pPr>
            <a:r>
              <a:rPr lang="nl-BE" dirty="0"/>
              <a:t>Het scant de </a:t>
            </a:r>
            <a:r>
              <a:rPr lang="nl-BE" dirty="0" err="1"/>
              <a:t>buildfolders</a:t>
            </a:r>
            <a:r>
              <a:rPr lang="nl-BE" dirty="0"/>
              <a:t> van de solution en kopieert de recentste </a:t>
            </a:r>
            <a:r>
              <a:rPr lang="nl-BE" dirty="0" err="1"/>
              <a:t>dll’s</a:t>
            </a:r>
            <a:r>
              <a:rPr lang="nl-BE" dirty="0"/>
              <a:t> rechtsreeks</a:t>
            </a:r>
          </a:p>
          <a:p>
            <a:pPr marL="228600" indent="-228600">
              <a:buAutoNum type="arabicPeriod"/>
            </a:pPr>
            <a:r>
              <a:rPr lang="nl-BE" dirty="0"/>
              <a:t>Via volume </a:t>
            </a:r>
            <a:r>
              <a:rPr lang="nl-BE" dirty="0" err="1"/>
              <a:t>mapping</a:t>
            </a:r>
            <a:r>
              <a:rPr lang="nl-BE" dirty="0"/>
              <a:t> worden de notebooks en de benodigde data veilig gekoppeld</a:t>
            </a:r>
          </a:p>
          <a:p>
            <a:pPr marL="228600" indent="-228600">
              <a:buAutoNum type="arabicPeriod"/>
            </a:pPr>
            <a:endParaRPr lang="nl-BE" dirty="0"/>
          </a:p>
          <a:p>
            <a:pPr marL="0" indent="0">
              <a:buNone/>
            </a:pPr>
            <a:r>
              <a:rPr lang="nl-BE" dirty="0"/>
              <a:t>De onderzoekers krijgen in hun browser toegang tot een </a:t>
            </a:r>
            <a:r>
              <a:rPr lang="nl-BE" dirty="0" err="1"/>
              <a:t>jupyter</a:t>
            </a:r>
            <a:r>
              <a:rPr lang="nl-BE" dirty="0"/>
              <a:t> omgeving die al volledig geconfigureerd is voor </a:t>
            </a:r>
            <a:r>
              <a:rPr lang="nl-BE" dirty="0" err="1"/>
              <a:t>emav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Met de juiste python omgeving en geladen C# </a:t>
            </a:r>
            <a:r>
              <a:rPr lang="nl-BE" dirty="0" err="1"/>
              <a:t>libraries</a:t>
            </a:r>
            <a:r>
              <a:rPr lang="nl-BE" dirty="0"/>
              <a:t>. Ze moeten niets installeren en kunnen direct experimenteren.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5471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emav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de </a:t>
            </a:r>
            <a:r>
              <a:rPr lang="en-US" dirty="0" err="1"/>
              <a:t>stappen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berekening</a:t>
            </a:r>
            <a:r>
              <a:rPr lang="en-US" dirty="0"/>
              <a:t> </a:t>
            </a:r>
            <a:r>
              <a:rPr lang="en-US" dirty="0" err="1"/>
              <a:t>gebeuren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Iets</a:t>
            </a:r>
            <a:r>
              <a:rPr lang="en-US" dirty="0"/>
              <a:t> </a:t>
            </a:r>
            <a:r>
              <a:rPr lang="en-US" dirty="0" err="1"/>
              <a:t>zeer</a:t>
            </a:r>
            <a:r>
              <a:rPr lang="en-US" dirty="0"/>
              <a:t> </a:t>
            </a:r>
            <a:r>
              <a:rPr lang="en-US" dirty="0" err="1"/>
              <a:t>goed</a:t>
            </a:r>
            <a:r>
              <a:rPr lang="en-US" dirty="0"/>
              <a:t> </a:t>
            </a:r>
            <a:r>
              <a:rPr lang="en-US" dirty="0" err="1"/>
              <a:t>zou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men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elke</a:t>
            </a:r>
            <a:r>
              <a:rPr lang="en-US" dirty="0"/>
              <a:t> </a:t>
            </a:r>
            <a:r>
              <a:rPr lang="en-US" dirty="0" err="1"/>
              <a:t>stap</a:t>
            </a:r>
            <a:r>
              <a:rPr lang="en-US" dirty="0"/>
              <a:t> </a:t>
            </a:r>
            <a:r>
              <a:rPr lang="en-US" dirty="0" err="1"/>
              <a:t>ook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python </a:t>
            </a:r>
            <a:r>
              <a:rPr lang="en-US" dirty="0" err="1"/>
              <a:t>implementatie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</a:t>
            </a:r>
            <a:r>
              <a:rPr lang="en-US" dirty="0" err="1"/>
              <a:t>gebruiken</a:t>
            </a:r>
            <a:r>
              <a:rPr lang="en-US" dirty="0"/>
              <a:t>. </a:t>
            </a:r>
          </a:p>
          <a:p>
            <a:r>
              <a:rPr lang="en-US" dirty="0"/>
              <a:t>Python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werkt</a:t>
            </a:r>
            <a:r>
              <a:rPr lang="en-US" dirty="0"/>
              <a:t> in </a:t>
            </a:r>
            <a:r>
              <a:rPr lang="en-US" dirty="0" err="1"/>
              <a:t>beide</a:t>
            </a:r>
            <a:r>
              <a:rPr lang="en-US" dirty="0"/>
              <a:t> </a:t>
            </a:r>
            <a:r>
              <a:rPr lang="en-US" dirty="0" err="1"/>
              <a:t>wegen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Dus via </a:t>
            </a:r>
            <a:r>
              <a:rPr lang="en-US" dirty="0" err="1"/>
              <a:t>een</a:t>
            </a:r>
            <a:r>
              <a:rPr lang="en-US" dirty="0"/>
              <a:t> switch, </a:t>
            </a:r>
            <a:r>
              <a:rPr lang="en-US" dirty="0" err="1"/>
              <a:t>een</a:t>
            </a:r>
            <a:r>
              <a:rPr lang="en-US" dirty="0"/>
              <a:t> strategy / factory pattern </a:t>
            </a:r>
            <a:r>
              <a:rPr lang="en-US" dirty="0" err="1"/>
              <a:t>waarbij</a:t>
            </a:r>
            <a:r>
              <a:rPr lang="en-US" dirty="0"/>
              <a:t> men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kiezen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de C# of python </a:t>
            </a:r>
            <a:r>
              <a:rPr lang="en-US" dirty="0" err="1"/>
              <a:t>implementatie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6837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notebooks op </a:t>
            </a:r>
            <a:r>
              <a:rPr lang="en-US" dirty="0" err="1"/>
              <a:t>een</a:t>
            </a:r>
            <a:r>
              <a:rPr lang="en-US" dirty="0"/>
              <a:t> server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grote</a:t>
            </a:r>
            <a:r>
              <a:rPr lang="en-US" dirty="0"/>
              <a:t> </a:t>
            </a:r>
            <a:r>
              <a:rPr lang="en-US" dirty="0" err="1"/>
              <a:t>veiligheids</a:t>
            </a:r>
            <a:r>
              <a:rPr lang="en-US" dirty="0"/>
              <a:t> Risico.</a:t>
            </a:r>
          </a:p>
          <a:p>
            <a:r>
              <a:rPr lang="en-US" dirty="0" err="1"/>
              <a:t>Daarom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er </a:t>
            </a:r>
            <a:r>
              <a:rPr lang="en-US" dirty="0" err="1"/>
              <a:t>meerdere</a:t>
            </a:r>
            <a:r>
              <a:rPr lang="en-US" dirty="0"/>
              <a:t> </a:t>
            </a:r>
            <a:r>
              <a:rPr lang="en-US" dirty="0" err="1"/>
              <a:t>lagen</a:t>
            </a:r>
            <a:r>
              <a:rPr lang="en-US" dirty="0"/>
              <a:t> </a:t>
            </a:r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ingebouwd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isolatie</a:t>
            </a:r>
            <a:r>
              <a:rPr lang="en-US" dirty="0"/>
              <a:t>: door docker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nooit de server of de </a:t>
            </a:r>
            <a:r>
              <a:rPr lang="en-US" dirty="0" err="1"/>
              <a:t>hoofdapp</a:t>
            </a:r>
            <a:r>
              <a:rPr lang="en-US" dirty="0"/>
              <a:t> laten </a:t>
            </a:r>
            <a:r>
              <a:rPr lang="en-US" dirty="0" err="1"/>
              <a:t>crashen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Data </a:t>
            </a:r>
            <a:r>
              <a:rPr lang="en-US" dirty="0" err="1"/>
              <a:t>integriteit</a:t>
            </a:r>
            <a:r>
              <a:rPr lang="en-US" dirty="0"/>
              <a:t>: </a:t>
            </a:r>
            <a:r>
              <a:rPr lang="en-US" dirty="0" err="1"/>
              <a:t>experimenten</a:t>
            </a:r>
            <a:r>
              <a:rPr lang="en-US" dirty="0"/>
              <a:t> </a:t>
            </a:r>
            <a:r>
              <a:rPr lang="en-US" dirty="0" err="1"/>
              <a:t>gebeuren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kopie</a:t>
            </a:r>
            <a:r>
              <a:rPr lang="en-US" dirty="0"/>
              <a:t> van de data</a:t>
            </a:r>
          </a:p>
          <a:p>
            <a:pPr marL="228600" indent="-228600">
              <a:buAutoNum type="arabicPeriod"/>
            </a:pPr>
            <a:r>
              <a:rPr lang="en-US" dirty="0" err="1"/>
              <a:t>Validatie</a:t>
            </a:r>
            <a:r>
              <a:rPr lang="en-US" dirty="0"/>
              <a:t>: de </a:t>
            </a:r>
            <a:r>
              <a:rPr lang="en-US" dirty="0" err="1"/>
              <a:t>resultaten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direct </a:t>
            </a:r>
            <a:r>
              <a:rPr lang="en-US" dirty="0" err="1"/>
              <a:t>hun</a:t>
            </a:r>
            <a:r>
              <a:rPr lang="en-US" dirty="0"/>
              <a:t> code </a:t>
            </a:r>
            <a:r>
              <a:rPr lang="en-US" dirty="0" err="1"/>
              <a:t>vergelijken</a:t>
            </a:r>
            <a:r>
              <a:rPr lang="en-US" dirty="0"/>
              <a:t> met de </a:t>
            </a:r>
            <a:r>
              <a:rPr lang="en-US" dirty="0" err="1"/>
              <a:t>effectieve</a:t>
            </a:r>
            <a:r>
              <a:rPr lang="en-US" dirty="0"/>
              <a:t> C# </a:t>
            </a:r>
            <a:r>
              <a:rPr lang="en-US" dirty="0" err="1"/>
              <a:t>resultaten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7049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kloof </a:t>
            </a:r>
            <a:r>
              <a:rPr lang="en-US" dirty="0" err="1"/>
              <a:t>tussen</a:t>
            </a:r>
            <a:r>
              <a:rPr lang="en-US" dirty="0"/>
              <a:t> it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wetenschap</a:t>
            </a:r>
            <a:r>
              <a:rPr lang="en-US" dirty="0"/>
              <a:t> is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onoverkomenlijk</a:t>
            </a:r>
            <a:r>
              <a:rPr lang="en-US" dirty="0"/>
              <a:t> problem.</a:t>
            </a:r>
          </a:p>
          <a:p>
            <a:endParaRPr lang="en-US" dirty="0"/>
          </a:p>
          <a:p>
            <a:r>
              <a:rPr lang="en-US" dirty="0"/>
              <a:t>Maar de kloof </a:t>
            </a:r>
            <a:r>
              <a:rPr lang="en-US" dirty="0" err="1"/>
              <a:t>kan</a:t>
            </a:r>
            <a:r>
              <a:rPr lang="en-US" dirty="0"/>
              <a:t> Dichter </a:t>
            </a:r>
            <a:r>
              <a:rPr lang="en-US" dirty="0" err="1"/>
              <a:t>gebracht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</a:t>
            </a:r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tooling</a:t>
            </a:r>
          </a:p>
          <a:p>
            <a:endParaRPr lang="en-US" dirty="0"/>
          </a:p>
          <a:p>
            <a:r>
              <a:rPr lang="en-US" dirty="0"/>
              <a:t>Door </a:t>
            </a:r>
            <a:r>
              <a:rPr lang="en-US" dirty="0" err="1"/>
              <a:t>pythonnet</a:t>
            </a:r>
            <a:r>
              <a:rPr lang="en-US" dirty="0"/>
              <a:t> docker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</a:t>
            </a:r>
            <a:r>
              <a:rPr lang="en-US" dirty="0" err="1"/>
              <a:t>samen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integreren</a:t>
            </a:r>
            <a:r>
              <a:rPr lang="en-US" dirty="0"/>
              <a:t> </a:t>
            </a:r>
            <a:r>
              <a:rPr lang="en-US" dirty="0" err="1"/>
              <a:t>geven</a:t>
            </a:r>
            <a:r>
              <a:rPr lang="en-US" dirty="0"/>
              <a:t> we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</a:t>
            </a:r>
            <a:r>
              <a:rPr lang="en-US" dirty="0" err="1"/>
              <a:t>mensen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begrijpen</a:t>
            </a:r>
            <a:r>
              <a:rPr lang="en-US" dirty="0"/>
              <a:t> dan de developers.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3541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2464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862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8448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66164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5955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7818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615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902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9143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783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186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72221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705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07173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363595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299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0FF6-DFC5-4A20-AE84-BB7F33C8E4FA}" type="datetimeFigureOut">
              <a:rPr lang="nl-BE" smtClean="0"/>
              <a:t>10/06/2026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8540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BC49DA-46A6-4728-E480-B1FEF3345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verdediging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2A76C7C-3492-72F0-AE01-DE869E6F1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6"/>
            <a:ext cx="7766936" cy="1096899"/>
          </a:xfrm>
        </p:spPr>
        <p:txBody>
          <a:bodyPr/>
          <a:lstStyle/>
          <a:p>
            <a:r>
              <a:rPr lang="en-US" dirty="0"/>
              <a:t>Caradoc Roetynck</a:t>
            </a:r>
            <a:endParaRPr lang="nl-BE" dirty="0"/>
          </a:p>
        </p:txBody>
      </p:sp>
      <p:pic>
        <p:nvPicPr>
          <p:cNvPr id="1026" name="Picture 2" descr="Logo - ILVO Vlaanderen">
            <a:extLst>
              <a:ext uri="{FF2B5EF4-FFF2-40B4-BE49-F238E27FC236}">
                <a16:creationId xmlns:a16="http://schemas.microsoft.com/office/drawing/2014/main" id="{6CF6EED1-34B8-71C3-3A71-EAA8B82A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7" y="142164"/>
            <a:ext cx="30099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12EC25D-9900-C0BB-A520-20BDF2F53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5219" y="5017258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27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Modern huis met kubusontwerp">
            <a:extLst>
              <a:ext uri="{FF2B5EF4-FFF2-40B4-BE49-F238E27FC236}">
                <a16:creationId xmlns:a16="http://schemas.microsoft.com/office/drawing/2014/main" id="{9BBC4817-5A53-A108-7FD0-B00D9D707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83" r="13709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4E38C91-D76E-16DB-BDF6-C50CBA3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Het </a:t>
            </a:r>
            <a:r>
              <a:rPr lang="en-US" dirty="0" err="1"/>
              <a:t>probleem</a:t>
            </a:r>
            <a:r>
              <a:rPr lang="en-US" dirty="0"/>
              <a:t>: The Black Box</a:t>
            </a:r>
            <a:endParaRPr lang="nl-B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4152F8C-92B1-3750-2EFA-3897E6B56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 err="1"/>
              <a:t>Wetenschappers</a:t>
            </a:r>
            <a:endParaRPr lang="en-US" dirty="0"/>
          </a:p>
          <a:p>
            <a:r>
              <a:rPr lang="en-US" dirty="0" err="1"/>
              <a:t>Ict’ers</a:t>
            </a:r>
            <a:endParaRPr lang="en-US" dirty="0"/>
          </a:p>
          <a:p>
            <a:endParaRPr lang="en-US" dirty="0"/>
          </a:p>
        </p:txBody>
      </p: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1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3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872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9A89D8-9ED3-1C1E-BAFC-CFFE76760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Aanpak onderzoek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5DC278-ED15-F46E-751B-F2EA1C1A1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/>
              <a:t>Domain </a:t>
            </a:r>
            <a:r>
              <a:rPr lang="nl-BE" dirty="0" err="1"/>
              <a:t>driven</a:t>
            </a:r>
            <a:r>
              <a:rPr lang="nl-BE" dirty="0"/>
              <a:t> design</a:t>
            </a:r>
          </a:p>
          <a:p>
            <a:r>
              <a:rPr lang="nl-BE" dirty="0"/>
              <a:t>Design </a:t>
            </a:r>
            <a:r>
              <a:rPr lang="nl-BE" dirty="0" err="1"/>
              <a:t>driven</a:t>
            </a:r>
            <a:r>
              <a:rPr lang="nl-BE" dirty="0"/>
              <a:t> </a:t>
            </a:r>
            <a:r>
              <a:rPr lang="nl-BE" dirty="0" err="1"/>
              <a:t>language</a:t>
            </a:r>
            <a:r>
              <a:rPr lang="nl-BE" dirty="0"/>
              <a:t> </a:t>
            </a:r>
          </a:p>
          <a:p>
            <a:r>
              <a:rPr lang="nl-BE" dirty="0"/>
              <a:t>C# en python</a:t>
            </a:r>
          </a:p>
          <a:p>
            <a:r>
              <a:rPr lang="nl-BE" dirty="0"/>
              <a:t>Verkenning</a:t>
            </a:r>
          </a:p>
          <a:p>
            <a:r>
              <a:rPr lang="nl-BE" dirty="0"/>
              <a:t>Keuze python.net wegens:</a:t>
            </a:r>
          </a:p>
          <a:p>
            <a:pPr lvl="1"/>
            <a:r>
              <a:rPr lang="nl-BE" dirty="0"/>
              <a:t>Nieuwere versie support</a:t>
            </a:r>
          </a:p>
          <a:p>
            <a:r>
              <a:rPr lang="nl-BE" dirty="0"/>
              <a:t>Uitzoeken veiligheid en hoe implementeren</a:t>
            </a:r>
          </a:p>
          <a:p>
            <a:r>
              <a:rPr lang="nl-BE" dirty="0"/>
              <a:t>Isoleren met </a:t>
            </a:r>
            <a:r>
              <a:rPr lang="nl-BE" dirty="0" err="1"/>
              <a:t>docker</a:t>
            </a:r>
            <a:r>
              <a:rPr lang="nl-BE" dirty="0"/>
              <a:t> en </a:t>
            </a:r>
            <a:r>
              <a:rPr lang="nl-BE" dirty="0" err="1"/>
              <a:t>dll’s</a:t>
            </a:r>
            <a:r>
              <a:rPr lang="nl-BE" dirty="0"/>
              <a:t> in </a:t>
            </a:r>
            <a:r>
              <a:rPr lang="nl-BE" dirty="0" err="1"/>
              <a:t>jupyter</a:t>
            </a:r>
            <a:r>
              <a:rPr lang="nl-BE" dirty="0"/>
              <a:t> notebooks </a:t>
            </a:r>
          </a:p>
        </p:txBody>
      </p:sp>
    </p:spTree>
    <p:extLst>
      <p:ext uri="{BB962C8B-B14F-4D97-AF65-F5344CB8AC3E}">
        <p14:creationId xmlns:p14="http://schemas.microsoft.com/office/powerpoint/2010/main" val="273692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B86D14-3189-6AF9-C684-6099FEED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: Server-Side </a:t>
            </a:r>
            <a:r>
              <a:rPr lang="en-US" dirty="0" err="1"/>
              <a:t>Orchestratie</a:t>
            </a:r>
            <a:endParaRPr lang="nl-BE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6C612ED-B742-6182-366C-C6F355D072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17" y="1355370"/>
            <a:ext cx="6075776" cy="540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799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Afbeelding 8">
            <a:extLst>
              <a:ext uri="{FF2B5EF4-FFF2-40B4-BE49-F238E27FC236}">
                <a16:creationId xmlns:a16="http://schemas.microsoft.com/office/drawing/2014/main" id="{DD207493-5909-B472-EEA7-0AE53F6C6C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4716" y="-247329"/>
            <a:ext cx="12853916" cy="74999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80A337F-F263-28FE-D3A6-2AAE5C22B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 oplossing: Een hybride brug</a:t>
            </a:r>
            <a:endParaRPr lang="nl-B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19DBFA7-89A8-4E6C-6E95-DEF8F618C4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594" y="2461633"/>
            <a:ext cx="6811295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6857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6695-C864-4F31-E159-6877AB2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C8C0FC-6287-F317-1190-DA17891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oplossing</a:t>
            </a:r>
            <a:r>
              <a:rPr lang="en-US" dirty="0"/>
              <a:t>: Een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brug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C1401B-BEE6-F04F-CFDA-222AF9804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9" name="Video 8">
            <a:hlinkClick r:id="" action="ppaction://media"/>
            <a:extLst>
              <a:ext uri="{FF2B5EF4-FFF2-40B4-BE49-F238E27FC236}">
                <a16:creationId xmlns:a16="http://schemas.microsoft.com/office/drawing/2014/main" id="{F9661D93-D414-2CCF-A452-788AF6B0C5B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8615" y="1270000"/>
            <a:ext cx="9189492" cy="516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6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9">
            <a:extLst>
              <a:ext uri="{FF2B5EF4-FFF2-40B4-BE49-F238E27FC236}">
                <a16:creationId xmlns:a16="http://schemas.microsoft.com/office/drawing/2014/main" id="{D94A7024-D948-494D-8920-BBA2DA07D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Een man met een masker">
            <a:extLst>
              <a:ext uri="{FF2B5EF4-FFF2-40B4-BE49-F238E27FC236}">
                <a16:creationId xmlns:a16="http://schemas.microsoft.com/office/drawing/2014/main" id="{9AA27114-429F-2B87-C53F-A97CF3EC0B1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6F91353-4748-7A3E-E391-14A0E7E8C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Validatie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1B75C8-59AF-B692-CE87-F789ACA17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Isolatie</a:t>
            </a:r>
          </a:p>
          <a:p>
            <a:r>
              <a:rPr lang="en-US">
                <a:solidFill>
                  <a:srgbClr val="FFFFFF"/>
                </a:solidFill>
              </a:rPr>
              <a:t>Data integriteit</a:t>
            </a:r>
          </a:p>
          <a:p>
            <a:r>
              <a:rPr lang="en-US">
                <a:solidFill>
                  <a:srgbClr val="FFFFFF"/>
                </a:solidFill>
              </a:rPr>
              <a:t>Validatie </a:t>
            </a:r>
            <a:endParaRPr lang="nl-BE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15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BE9126-4C4A-A45F-ACE9-6BD542E9B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US"/>
              <a:t>Conclusie</a:t>
            </a:r>
            <a:endParaRPr lang="nl-B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E60D2EDD-29F3-8720-9F7F-5E1E827194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4819843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6478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C2802E-0100-9FA2-9B90-E0C46E7F7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nl-BE" dirty="0"/>
              <a:t>Kritische reflectie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543252E5-383E-56AE-992C-5462A474C2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118217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858002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605</Words>
  <Application>Microsoft Office PowerPoint</Application>
  <PresentationFormat>Breedbeeld</PresentationFormat>
  <Paragraphs>84</Paragraphs>
  <Slides>9</Slides>
  <Notes>7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4" baseType="lpstr">
      <vt:lpstr>Aptos</vt:lpstr>
      <vt:lpstr>Arial</vt:lpstr>
      <vt:lpstr>Trebuchet MS</vt:lpstr>
      <vt:lpstr>Wingdings 3</vt:lpstr>
      <vt:lpstr>Facet</vt:lpstr>
      <vt:lpstr>Bachelorproef verdediging</vt:lpstr>
      <vt:lpstr>Het probleem: The Black Box</vt:lpstr>
      <vt:lpstr>Aanpak onderzoek</vt:lpstr>
      <vt:lpstr>Architectuur: Server-Side Orchestratie</vt:lpstr>
      <vt:lpstr>De oplossing: Een hybride brug</vt:lpstr>
      <vt:lpstr>De oplossing: Een hybride brug</vt:lpstr>
      <vt:lpstr>Veiligheid en Validatie</vt:lpstr>
      <vt:lpstr>Conclusie</vt:lpstr>
      <vt:lpstr>Kritische reflectie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Caradoc Roetynck</dc:creator>
  <cp:lastModifiedBy>Caradoc Roetynck</cp:lastModifiedBy>
  <cp:revision>7</cp:revision>
  <dcterms:created xsi:type="dcterms:W3CDTF">2026-06-10T17:41:05Z</dcterms:created>
  <dcterms:modified xsi:type="dcterms:W3CDTF">2026-06-10T20:26:52Z</dcterms:modified>
</cp:coreProperties>
</file>